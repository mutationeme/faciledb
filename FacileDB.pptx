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82" r:id="rId3"/>
    <p:sldId id="285" r:id="rId4"/>
    <p:sldId id="299" r:id="rId5"/>
    <p:sldId id="300" r:id="rId6"/>
    <p:sldId id="283" r:id="rId7"/>
    <p:sldId id="284" r:id="rId8"/>
    <p:sldId id="286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60" r:id="rId20"/>
    <p:sldId id="271" r:id="rId21"/>
    <p:sldId id="275" r:id="rId22"/>
    <p:sldId id="276" r:id="rId23"/>
    <p:sldId id="257" r:id="rId24"/>
    <p:sldId id="261" r:id="rId25"/>
    <p:sldId id="262" r:id="rId26"/>
    <p:sldId id="263" r:id="rId27"/>
    <p:sldId id="264" r:id="rId28"/>
    <p:sldId id="265" r:id="rId29"/>
    <p:sldId id="258" r:id="rId30"/>
    <p:sldId id="259" r:id="rId31"/>
    <p:sldId id="267" r:id="rId32"/>
    <p:sldId id="268" r:id="rId33"/>
    <p:sldId id="269" r:id="rId34"/>
    <p:sldId id="266" r:id="rId35"/>
    <p:sldId id="270" r:id="rId36"/>
    <p:sldId id="277" r:id="rId37"/>
    <p:sldId id="280" r:id="rId38"/>
    <p:sldId id="281" r:id="rId39"/>
    <p:sldId id="278" r:id="rId40"/>
    <p:sldId id="279" r:id="rId41"/>
    <p:sldId id="301" r:id="rId42"/>
    <p:sldId id="302" r:id="rId4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5ACD94F0-1D49-824B-824D-8199BCEA68E9}">
          <p14:sldIdLst>
            <p14:sldId id="256"/>
            <p14:sldId id="282"/>
            <p14:sldId id="285"/>
            <p14:sldId id="299"/>
            <p14:sldId id="300"/>
            <p14:sldId id="283"/>
            <p14:sldId id="284"/>
            <p14:sldId id="286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60"/>
            <p14:sldId id="271"/>
            <p14:sldId id="275"/>
            <p14:sldId id="276"/>
            <p14:sldId id="257"/>
            <p14:sldId id="261"/>
            <p14:sldId id="262"/>
            <p14:sldId id="263"/>
            <p14:sldId id="264"/>
            <p14:sldId id="265"/>
            <p14:sldId id="258"/>
            <p14:sldId id="259"/>
            <p14:sldId id="267"/>
            <p14:sldId id="268"/>
            <p14:sldId id="269"/>
            <p14:sldId id="266"/>
            <p14:sldId id="270"/>
            <p14:sldId id="277"/>
            <p14:sldId id="280"/>
            <p14:sldId id="281"/>
            <p14:sldId id="278"/>
            <p14:sldId id="279"/>
          </p14:sldIdLst>
        </p14:section>
        <p14:section name="Update" id="{6F4D8582-4438-614A-8761-4F033A179F12}">
          <p14:sldIdLst>
            <p14:sldId id="301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4"/>
    <p:restoredTop sz="84378"/>
  </p:normalViewPr>
  <p:slideViewPr>
    <p:cSldViewPr snapToGrid="0" snapToObjects="1">
      <p:cViewPr varScale="1">
        <p:scale>
          <a:sx n="134" d="100"/>
          <a:sy n="134" d="100"/>
        </p:scale>
        <p:origin x="1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63191-F182-224F-8A08-0FC52C66AD57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BD315-D8C1-E140-826B-D97E3021B85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40432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BD315-D8C1-E140-826B-D97E3021B85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79042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 record matches to a db_record</a:t>
            </a:r>
          </a:p>
          <a:p>
            <a:r>
              <a:rPr lang="en-US" altLang="zh-TW" dirty="0"/>
              <a:t>A data matches to a db_block list</a:t>
            </a:r>
          </a:p>
          <a:p>
            <a:r>
              <a:rPr lang="en-US" altLang="zh-TW" dirty="0"/>
              <a:t>A set matches to a file</a:t>
            </a:r>
            <a:endParaRPr lang="zh-TW" altLang="en-US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BD315-D8C1-E140-826B-D97E3021B855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73385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BD315-D8C1-E140-826B-D97E3021B855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667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BD315-D8C1-E140-826B-D97E3021B855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363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BD315-D8C1-E140-826B-D97E3021B855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47931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BD315-D8C1-E140-826B-D97E3021B855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14115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BD315-D8C1-E140-826B-D97E3021B855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6314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BD315-D8C1-E140-826B-D97E3021B855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82645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BD315-D8C1-E140-826B-D97E3021B855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490946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BD315-D8C1-E140-826B-D97E3021B855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61542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BD315-D8C1-E140-826B-D97E3021B855}" type="slidenum">
              <a:rPr kumimoji="1" lang="zh-TW" altLang="en-US" smtClean="0"/>
              <a:t>42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74629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B1286F-BBB1-A043-8395-13EA55E8B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17B606-8973-D943-8271-F05D33061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524527-A13A-D24F-A491-218AAA777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B1A2-791B-464A-91FE-4C389092F3AF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B96488-1895-2E46-9D2A-F9A540F54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98F88B-4E02-A84B-864F-86FFA45DE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F05-5EA0-A041-A50C-6829007F0D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18888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085E35-069C-9641-86AE-5D8F26FFA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4EDE60-8716-0E45-898D-BA1810611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D05645-8BEA-0A48-8C18-630D9FA8E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B1A2-791B-464A-91FE-4C389092F3AF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279DBA-0AEC-5946-99CA-638E4C241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3E2C14-03A4-DC45-AFDF-502422928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F05-5EA0-A041-A50C-6829007F0D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71342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8AAAEB-B678-874D-A641-D9C9C65E0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322384-5D7C-614C-B703-7A3E957BC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9590A1-E343-334F-8E7E-79BDF8CA7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B1A2-791B-464A-91FE-4C389092F3AF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1F32CF-A32D-E448-9549-3E653172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DC19C5-566A-BC4F-B5F0-D8C93341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F05-5EA0-A041-A50C-6829007F0D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604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16C602-1862-4448-9DF7-EB722DE1E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4FB425-F1AC-C845-A0B5-234966E80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653EE1F-B9CC-9B47-9398-59670C666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5064089-C9C1-AB42-9CC2-E02B0626A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B1A2-791B-464A-91FE-4C389092F3AF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C444CE5-3A77-3E4B-A130-F318D0A8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BBD6789-00E3-744E-B4B0-D409EC7E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F05-5EA0-A041-A50C-6829007F0D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356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76DB27-DDD3-D241-8F87-E30F700D1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551BF56-80A3-C246-8895-AB69D3176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71DCF4F-7F52-DB46-9908-99CC97B3F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E933662-BB98-3642-AF15-24F6792B9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667C009-7E9B-E347-9DCA-5D3A6D296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0137777-0C7D-874C-A9F8-A2BC1841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B1A2-791B-464A-91FE-4C389092F3AF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C346909-7F76-2949-BFB3-477671A69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CE6DFBF-A945-2B4B-BA81-2740D0C67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F05-5EA0-A041-A50C-6829007F0D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81374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2C53C2-6C79-D547-9DC3-F61E7DCE3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1E342A1-E0D8-1942-99B6-8399F933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B1A2-791B-464A-91FE-4C389092F3AF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CB89A05-1274-F547-86D3-875B7EC4C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74EAB7F-749E-2A4D-AF91-1466504F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F05-5EA0-A041-A50C-6829007F0D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6583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CAEF1D1-2965-E84E-B7FF-0B07DD56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B1A2-791B-464A-91FE-4C389092F3AF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BD81A75-62BB-A64A-BA01-07E0DD61B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11F032-E555-8D4F-9324-7FFD9233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F05-5EA0-A041-A50C-6829007F0D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53843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230887-D025-054F-9EC7-CFEC04907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F6BD11-A5E6-D64D-AE77-2EB568F05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08A29DA-53DE-C54F-B98C-7C1953EBD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9493A18-ED63-8242-99FE-6569C9A2F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B1A2-791B-464A-91FE-4C389092F3AF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84F58A-E071-9142-A78A-8DFB00C48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B00EF39-43B6-5649-9B85-61920B7D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F05-5EA0-A041-A50C-6829007F0D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591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88572C-2161-E940-B8F5-DB65C8CDD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5593533-8CEA-7040-9824-2E54A93B74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C3A0A16-AD7F-DC4F-B666-FFDD51F2C9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E03B31E-70ED-2E4E-8B6C-0D0CE0345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B1A2-791B-464A-91FE-4C389092F3AF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428D32-64CE-BC43-B13B-04FAE7F4D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7FFF2E1-B17C-B74D-AD2B-3D0FD4E80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F05-5EA0-A041-A50C-6829007F0D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06763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7BFA4A-541F-6A46-87FB-14F2197CE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6E0038B-CF23-BB46-AF46-841FC0DB2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A26AED-5356-E745-838E-D0A48F498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B1A2-791B-464A-91FE-4C389092F3AF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48438A-0CAD-DE4D-9E85-B55DB86AE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805054-F17D-3142-A731-950D072A3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F05-5EA0-A041-A50C-6829007F0D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86741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13F5C16-4036-AD43-8327-5901C7A0FE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66563DE-8889-0E47-93C8-7943C7EBF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4E564B-51CB-F446-B31C-72C0EC220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8B1A2-791B-464A-91FE-4C389092F3AF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03C53C-C986-8642-AC1F-97068A03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6F1C7E2-18FF-124D-B799-1EC6BC661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12F05-5EA0-A041-A50C-6829007F0D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015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3FE28C1-E11A-8C4A-94B1-7DE7C02B9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CCE8FD6-DD6E-7F4A-A354-B1E6568B8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1A2216-0AD5-FD4F-8E77-6653DB77FF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8B1A2-791B-464A-91FE-4C389092F3AF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AAD348-E558-3049-8F7C-189BBBC5FD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673F7D-2027-1148-A24B-A64ED78D5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12F05-5EA0-A041-A50C-6829007F0D9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33951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957046-093B-D843-925F-F84AA17A46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TW" dirty="0"/>
              <a:t>FACILEDB</a:t>
            </a:r>
            <a:endParaRPr kumimoji="1"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7CA8F6C-8EEA-334A-8E71-F93AA12A82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6777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剪去單一角落矩形 32">
            <a:extLst>
              <a:ext uri="{FF2B5EF4-FFF2-40B4-BE49-F238E27FC236}">
                <a16:creationId xmlns:a16="http://schemas.microsoft.com/office/drawing/2014/main" id="{196EE52B-263F-9A4C-A27D-E4930E41E0BE}"/>
              </a:ext>
            </a:extLst>
          </p:cNvPr>
          <p:cNvSpPr/>
          <p:nvPr/>
        </p:nvSpPr>
        <p:spPr>
          <a:xfrm>
            <a:off x="6019801" y="2971800"/>
            <a:ext cx="4639732" cy="3420533"/>
          </a:xfrm>
          <a:prstGeom prst="snip1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摺角紙張 22">
            <a:extLst>
              <a:ext uri="{FF2B5EF4-FFF2-40B4-BE49-F238E27FC236}">
                <a16:creationId xmlns:a16="http://schemas.microsoft.com/office/drawing/2014/main" id="{30A3D53A-1355-9349-ACA4-04CB1658213D}"/>
              </a:ext>
            </a:extLst>
          </p:cNvPr>
          <p:cNvSpPr/>
          <p:nvPr/>
        </p:nvSpPr>
        <p:spPr>
          <a:xfrm>
            <a:off x="3189881" y="2910307"/>
            <a:ext cx="1981200" cy="1667932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五邊形 24">
            <a:extLst>
              <a:ext uri="{FF2B5EF4-FFF2-40B4-BE49-F238E27FC236}">
                <a16:creationId xmlns:a16="http://schemas.microsoft.com/office/drawing/2014/main" id="{173FD0BD-7F0F-6C46-9D72-9E8340A2D176}"/>
              </a:ext>
            </a:extLst>
          </p:cNvPr>
          <p:cNvSpPr/>
          <p:nvPr/>
        </p:nvSpPr>
        <p:spPr>
          <a:xfrm>
            <a:off x="3289430" y="3790337"/>
            <a:ext cx="1782103" cy="30273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五邊形 23">
            <a:extLst>
              <a:ext uri="{FF2B5EF4-FFF2-40B4-BE49-F238E27FC236}">
                <a16:creationId xmlns:a16="http://schemas.microsoft.com/office/drawing/2014/main" id="{3FDC499F-A43B-7D4F-8A0F-8470EFD63EB3}"/>
              </a:ext>
            </a:extLst>
          </p:cNvPr>
          <p:cNvSpPr/>
          <p:nvPr/>
        </p:nvSpPr>
        <p:spPr>
          <a:xfrm>
            <a:off x="3289430" y="3441536"/>
            <a:ext cx="1782103" cy="30273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五邊形 20">
            <a:extLst>
              <a:ext uri="{FF2B5EF4-FFF2-40B4-BE49-F238E27FC236}">
                <a16:creationId xmlns:a16="http://schemas.microsoft.com/office/drawing/2014/main" id="{5EDEA4AB-80C3-2942-958E-F1C64E6E448C}"/>
              </a:ext>
            </a:extLst>
          </p:cNvPr>
          <p:cNvSpPr/>
          <p:nvPr/>
        </p:nvSpPr>
        <p:spPr>
          <a:xfrm>
            <a:off x="3289430" y="3092735"/>
            <a:ext cx="1782103" cy="30273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五邊形 19">
            <a:extLst>
              <a:ext uri="{FF2B5EF4-FFF2-40B4-BE49-F238E27FC236}">
                <a16:creationId xmlns:a16="http://schemas.microsoft.com/office/drawing/2014/main" id="{157AF394-1432-CB4E-A3B8-162CDE832BE4}"/>
              </a:ext>
            </a:extLst>
          </p:cNvPr>
          <p:cNvSpPr/>
          <p:nvPr/>
        </p:nvSpPr>
        <p:spPr>
          <a:xfrm>
            <a:off x="1172095" y="3277168"/>
            <a:ext cx="1481667" cy="30273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32407A5F-580D-3849-9086-C971FC87ED68}"/>
              </a:ext>
            </a:extLst>
          </p:cNvPr>
          <p:cNvCxnSpPr>
            <a:cxnSpLocks/>
          </p:cNvCxnSpPr>
          <p:nvPr/>
        </p:nvCxnSpPr>
        <p:spPr>
          <a:xfrm>
            <a:off x="1234520" y="3495132"/>
            <a:ext cx="1270000" cy="0"/>
          </a:xfrm>
          <a:prstGeom prst="line">
            <a:avLst/>
          </a:prstGeom>
          <a:ln w="381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E0C9F7BB-1945-914F-9990-B2854521BEEA}"/>
              </a:ext>
            </a:extLst>
          </p:cNvPr>
          <p:cNvSpPr txBox="1"/>
          <p:nvPr/>
        </p:nvSpPr>
        <p:spPr>
          <a:xfrm>
            <a:off x="1354667" y="3244334"/>
            <a:ext cx="1116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key: value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AD3CC7D-E059-BF4A-BB4D-1CF32B05A148}"/>
              </a:ext>
            </a:extLst>
          </p:cNvPr>
          <p:cNvSpPr txBox="1"/>
          <p:nvPr/>
        </p:nvSpPr>
        <p:spPr>
          <a:xfrm>
            <a:off x="1422400" y="2506133"/>
            <a:ext cx="837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Record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C7BFB38-24BB-BB4E-B4A7-E6C6D3E0E134}"/>
              </a:ext>
            </a:extLst>
          </p:cNvPr>
          <p:cNvSpPr txBox="1"/>
          <p:nvPr/>
        </p:nvSpPr>
        <p:spPr>
          <a:xfrm>
            <a:off x="3870205" y="2506133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Data</a:t>
            </a:r>
            <a:endParaRPr kumimoji="1" lang="zh-TW" altLang="en-US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93649480-3C3A-6C43-A8D3-99EEAD36E3E5}"/>
              </a:ext>
            </a:extLst>
          </p:cNvPr>
          <p:cNvCxnSpPr>
            <a:cxnSpLocks/>
          </p:cNvCxnSpPr>
          <p:nvPr/>
        </p:nvCxnSpPr>
        <p:spPr>
          <a:xfrm>
            <a:off x="3385054" y="3310466"/>
            <a:ext cx="1551013" cy="0"/>
          </a:xfrm>
          <a:prstGeom prst="line">
            <a:avLst/>
          </a:prstGeom>
          <a:ln w="381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4AD4AA6-6896-954B-97AC-012D032080E5}"/>
              </a:ext>
            </a:extLst>
          </p:cNvPr>
          <p:cNvSpPr txBox="1"/>
          <p:nvPr/>
        </p:nvSpPr>
        <p:spPr>
          <a:xfrm>
            <a:off x="3505201" y="3059668"/>
            <a:ext cx="135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key1: value1</a:t>
            </a:r>
            <a:endParaRPr kumimoji="1" lang="zh-TW" altLang="en-US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80CA411F-D4A9-F74A-A1C7-AD104CADCC70}"/>
              </a:ext>
            </a:extLst>
          </p:cNvPr>
          <p:cNvCxnSpPr>
            <a:cxnSpLocks/>
          </p:cNvCxnSpPr>
          <p:nvPr/>
        </p:nvCxnSpPr>
        <p:spPr>
          <a:xfrm>
            <a:off x="3385054" y="3679335"/>
            <a:ext cx="1551013" cy="0"/>
          </a:xfrm>
          <a:prstGeom prst="line">
            <a:avLst/>
          </a:prstGeom>
          <a:ln w="381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68E0961-0F18-A04B-8AD8-C78D9C2643B9}"/>
              </a:ext>
            </a:extLst>
          </p:cNvPr>
          <p:cNvSpPr txBox="1"/>
          <p:nvPr/>
        </p:nvSpPr>
        <p:spPr>
          <a:xfrm>
            <a:off x="3505201" y="3428537"/>
            <a:ext cx="135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key2: value2</a:t>
            </a:r>
            <a:endParaRPr kumimoji="1" lang="zh-TW" altLang="en-US" dirty="0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B1F476BC-1211-B14C-B8AB-029FE2D5A86A}"/>
              </a:ext>
            </a:extLst>
          </p:cNvPr>
          <p:cNvCxnSpPr>
            <a:cxnSpLocks/>
          </p:cNvCxnSpPr>
          <p:nvPr/>
        </p:nvCxnSpPr>
        <p:spPr>
          <a:xfrm>
            <a:off x="3385054" y="3992139"/>
            <a:ext cx="1551013" cy="0"/>
          </a:xfrm>
          <a:prstGeom prst="line">
            <a:avLst/>
          </a:prstGeom>
          <a:ln w="381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3B4DC61-8B14-F842-ABC1-5E5924D8129A}"/>
              </a:ext>
            </a:extLst>
          </p:cNvPr>
          <p:cNvSpPr txBox="1"/>
          <p:nvPr/>
        </p:nvSpPr>
        <p:spPr>
          <a:xfrm>
            <a:off x="3505201" y="3756809"/>
            <a:ext cx="135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key3: value3</a:t>
            </a:r>
            <a:endParaRPr kumimoji="1"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27C916D-AEB3-EF41-8BE6-F1B9D21F6D96}"/>
              </a:ext>
            </a:extLst>
          </p:cNvPr>
          <p:cNvSpPr txBox="1"/>
          <p:nvPr/>
        </p:nvSpPr>
        <p:spPr>
          <a:xfrm>
            <a:off x="4029094" y="4173022"/>
            <a:ext cx="461665" cy="251031"/>
          </a:xfrm>
          <a:prstGeom prst="rect">
            <a:avLst/>
          </a:prstGeom>
          <a:noFill/>
        </p:spPr>
        <p:txBody>
          <a:bodyPr vert="eaVert" wrap="none" rtlCol="0" anchor="ctr">
            <a:spAutoFit/>
          </a:bodyPr>
          <a:lstStyle/>
          <a:p>
            <a:pPr algn="ctr"/>
            <a:r>
              <a:rPr kumimoji="1" lang="en-US" altLang="zh-TW" dirty="0"/>
              <a:t>…</a:t>
            </a:r>
            <a:endParaRPr kumimoji="1" lang="zh-TW" altLang="en-US" dirty="0"/>
          </a:p>
        </p:txBody>
      </p:sp>
      <p:sp>
        <p:nvSpPr>
          <p:cNvPr id="26" name="標題 25">
            <a:extLst>
              <a:ext uri="{FF2B5EF4-FFF2-40B4-BE49-F238E27FC236}">
                <a16:creationId xmlns:a16="http://schemas.microsoft.com/office/drawing/2014/main" id="{4CF47A10-3D52-274B-A326-522AEDA07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 structure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5C9D226-C344-ED46-8643-14B3A398B924}"/>
              </a:ext>
            </a:extLst>
          </p:cNvPr>
          <p:cNvSpPr txBox="1"/>
          <p:nvPr/>
        </p:nvSpPr>
        <p:spPr>
          <a:xfrm>
            <a:off x="7858060" y="2506133"/>
            <a:ext cx="481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Set</a:t>
            </a:r>
            <a:endParaRPr kumimoji="1" lang="zh-TW" altLang="en-US" dirty="0"/>
          </a:p>
        </p:txBody>
      </p:sp>
      <p:sp>
        <p:nvSpPr>
          <p:cNvPr id="28" name="摺角紙張 27">
            <a:extLst>
              <a:ext uri="{FF2B5EF4-FFF2-40B4-BE49-F238E27FC236}">
                <a16:creationId xmlns:a16="http://schemas.microsoft.com/office/drawing/2014/main" id="{2C800FFB-CB8E-AE4F-ACE8-A9E3F1533E77}"/>
              </a:ext>
            </a:extLst>
          </p:cNvPr>
          <p:cNvSpPr/>
          <p:nvPr/>
        </p:nvSpPr>
        <p:spPr>
          <a:xfrm>
            <a:off x="6254707" y="3130089"/>
            <a:ext cx="1676454" cy="530765"/>
          </a:xfrm>
          <a:prstGeom prst="foldedCorner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1" name="五邊形 30">
            <a:extLst>
              <a:ext uri="{FF2B5EF4-FFF2-40B4-BE49-F238E27FC236}">
                <a16:creationId xmlns:a16="http://schemas.microsoft.com/office/drawing/2014/main" id="{5432579E-9607-8F4B-88BA-76DAAC05441D}"/>
              </a:ext>
            </a:extLst>
          </p:cNvPr>
          <p:cNvSpPr/>
          <p:nvPr/>
        </p:nvSpPr>
        <p:spPr>
          <a:xfrm>
            <a:off x="6461115" y="3271017"/>
            <a:ext cx="1263639" cy="2489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CC81C97D-D7A4-524F-B47A-61848D1809D7}"/>
              </a:ext>
            </a:extLst>
          </p:cNvPr>
          <p:cNvGrpSpPr/>
          <p:nvPr/>
        </p:nvGrpSpPr>
        <p:grpSpPr>
          <a:xfrm>
            <a:off x="6254707" y="3744273"/>
            <a:ext cx="1676454" cy="833966"/>
            <a:chOff x="6254707" y="3744273"/>
            <a:chExt cx="1676454" cy="833966"/>
          </a:xfrm>
        </p:grpSpPr>
        <p:sp>
          <p:nvSpPr>
            <p:cNvPr id="34" name="摺角紙張 33">
              <a:extLst>
                <a:ext uri="{FF2B5EF4-FFF2-40B4-BE49-F238E27FC236}">
                  <a16:creationId xmlns:a16="http://schemas.microsoft.com/office/drawing/2014/main" id="{478951C1-E094-0543-ABAD-F68DCC4284BF}"/>
                </a:ext>
              </a:extLst>
            </p:cNvPr>
            <p:cNvSpPr/>
            <p:nvPr/>
          </p:nvSpPr>
          <p:spPr>
            <a:xfrm>
              <a:off x="6254707" y="3744273"/>
              <a:ext cx="1676454" cy="833966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5" name="五邊形 34">
              <a:extLst>
                <a:ext uri="{FF2B5EF4-FFF2-40B4-BE49-F238E27FC236}">
                  <a16:creationId xmlns:a16="http://schemas.microsoft.com/office/drawing/2014/main" id="{D33CB20B-DB63-2948-B198-239D3FFE0A58}"/>
                </a:ext>
              </a:extLst>
            </p:cNvPr>
            <p:cNvSpPr/>
            <p:nvPr/>
          </p:nvSpPr>
          <p:spPr>
            <a:xfrm>
              <a:off x="6461115" y="3849089"/>
              <a:ext cx="1263639" cy="248907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6" name="五邊形 35">
              <a:extLst>
                <a:ext uri="{FF2B5EF4-FFF2-40B4-BE49-F238E27FC236}">
                  <a16:creationId xmlns:a16="http://schemas.microsoft.com/office/drawing/2014/main" id="{26482C92-A31B-7244-B18C-B88423A28290}"/>
                </a:ext>
              </a:extLst>
            </p:cNvPr>
            <p:cNvSpPr/>
            <p:nvPr/>
          </p:nvSpPr>
          <p:spPr>
            <a:xfrm>
              <a:off x="6461115" y="4173022"/>
              <a:ext cx="1263639" cy="248907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59C41C74-6801-6E4F-8BE0-284FF7C0048F}"/>
              </a:ext>
            </a:extLst>
          </p:cNvPr>
          <p:cNvGrpSpPr/>
          <p:nvPr/>
        </p:nvGrpSpPr>
        <p:grpSpPr>
          <a:xfrm>
            <a:off x="6254706" y="4674574"/>
            <a:ext cx="1676454" cy="530765"/>
            <a:chOff x="6254707" y="4689138"/>
            <a:chExt cx="1676454" cy="530765"/>
          </a:xfrm>
        </p:grpSpPr>
        <p:sp>
          <p:nvSpPr>
            <p:cNvPr id="37" name="摺角紙張 36">
              <a:extLst>
                <a:ext uri="{FF2B5EF4-FFF2-40B4-BE49-F238E27FC236}">
                  <a16:creationId xmlns:a16="http://schemas.microsoft.com/office/drawing/2014/main" id="{37814F4A-9479-3C49-B140-51A52EC97883}"/>
                </a:ext>
              </a:extLst>
            </p:cNvPr>
            <p:cNvSpPr/>
            <p:nvPr/>
          </p:nvSpPr>
          <p:spPr>
            <a:xfrm>
              <a:off x="6254707" y="4689138"/>
              <a:ext cx="1676454" cy="530765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8" name="五邊形 37">
              <a:extLst>
                <a:ext uri="{FF2B5EF4-FFF2-40B4-BE49-F238E27FC236}">
                  <a16:creationId xmlns:a16="http://schemas.microsoft.com/office/drawing/2014/main" id="{5E61D270-BF3F-394F-A99B-FBD9CCC6148F}"/>
                </a:ext>
              </a:extLst>
            </p:cNvPr>
            <p:cNvSpPr/>
            <p:nvPr/>
          </p:nvSpPr>
          <p:spPr>
            <a:xfrm>
              <a:off x="6461115" y="4830066"/>
              <a:ext cx="1263639" cy="248907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C734317F-E72A-E34C-B6D7-9A9D67FBF6F1}"/>
              </a:ext>
            </a:extLst>
          </p:cNvPr>
          <p:cNvGrpSpPr/>
          <p:nvPr/>
        </p:nvGrpSpPr>
        <p:grpSpPr>
          <a:xfrm>
            <a:off x="6254706" y="5309046"/>
            <a:ext cx="1676454" cy="833966"/>
            <a:chOff x="6254707" y="3744273"/>
            <a:chExt cx="1676454" cy="833966"/>
          </a:xfrm>
        </p:grpSpPr>
        <p:sp>
          <p:nvSpPr>
            <p:cNvPr id="43" name="摺角紙張 42">
              <a:extLst>
                <a:ext uri="{FF2B5EF4-FFF2-40B4-BE49-F238E27FC236}">
                  <a16:creationId xmlns:a16="http://schemas.microsoft.com/office/drawing/2014/main" id="{99A075C8-FD68-5C4B-BE37-51C9937FB467}"/>
                </a:ext>
              </a:extLst>
            </p:cNvPr>
            <p:cNvSpPr/>
            <p:nvPr/>
          </p:nvSpPr>
          <p:spPr>
            <a:xfrm>
              <a:off x="6254707" y="3744273"/>
              <a:ext cx="1676454" cy="833966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4" name="五邊形 43">
              <a:extLst>
                <a:ext uri="{FF2B5EF4-FFF2-40B4-BE49-F238E27FC236}">
                  <a16:creationId xmlns:a16="http://schemas.microsoft.com/office/drawing/2014/main" id="{6322378E-540A-7A4F-95D1-C36808A1AB5E}"/>
                </a:ext>
              </a:extLst>
            </p:cNvPr>
            <p:cNvSpPr/>
            <p:nvPr/>
          </p:nvSpPr>
          <p:spPr>
            <a:xfrm>
              <a:off x="6461115" y="3849089"/>
              <a:ext cx="1263639" cy="248907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5" name="五邊形 44">
              <a:extLst>
                <a:ext uri="{FF2B5EF4-FFF2-40B4-BE49-F238E27FC236}">
                  <a16:creationId xmlns:a16="http://schemas.microsoft.com/office/drawing/2014/main" id="{87D5BD1C-2FA0-C648-9C14-52B07F69A55A}"/>
                </a:ext>
              </a:extLst>
            </p:cNvPr>
            <p:cNvSpPr/>
            <p:nvPr/>
          </p:nvSpPr>
          <p:spPr>
            <a:xfrm>
              <a:off x="6461115" y="4173022"/>
              <a:ext cx="1263639" cy="248907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F770CE2B-AB7E-5548-9AEE-31BAEDEB1DB0}"/>
              </a:ext>
            </a:extLst>
          </p:cNvPr>
          <p:cNvGrpSpPr/>
          <p:nvPr/>
        </p:nvGrpSpPr>
        <p:grpSpPr>
          <a:xfrm>
            <a:off x="8248056" y="3135837"/>
            <a:ext cx="1676454" cy="1122896"/>
            <a:chOff x="6254707" y="3744273"/>
            <a:chExt cx="1676454" cy="1122896"/>
          </a:xfrm>
        </p:grpSpPr>
        <p:sp>
          <p:nvSpPr>
            <p:cNvPr id="47" name="摺角紙張 46">
              <a:extLst>
                <a:ext uri="{FF2B5EF4-FFF2-40B4-BE49-F238E27FC236}">
                  <a16:creationId xmlns:a16="http://schemas.microsoft.com/office/drawing/2014/main" id="{3D30EE24-1742-9442-A9B8-26A6FBBBF60D}"/>
                </a:ext>
              </a:extLst>
            </p:cNvPr>
            <p:cNvSpPr/>
            <p:nvPr/>
          </p:nvSpPr>
          <p:spPr>
            <a:xfrm>
              <a:off x="6254707" y="3744273"/>
              <a:ext cx="1676454" cy="1122896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8" name="五邊形 47">
              <a:extLst>
                <a:ext uri="{FF2B5EF4-FFF2-40B4-BE49-F238E27FC236}">
                  <a16:creationId xmlns:a16="http://schemas.microsoft.com/office/drawing/2014/main" id="{622A7D70-34BD-AE42-83AF-B76701C7659B}"/>
                </a:ext>
              </a:extLst>
            </p:cNvPr>
            <p:cNvSpPr/>
            <p:nvPr/>
          </p:nvSpPr>
          <p:spPr>
            <a:xfrm>
              <a:off x="6461115" y="3849089"/>
              <a:ext cx="1263639" cy="248907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9" name="五邊形 48">
              <a:extLst>
                <a:ext uri="{FF2B5EF4-FFF2-40B4-BE49-F238E27FC236}">
                  <a16:creationId xmlns:a16="http://schemas.microsoft.com/office/drawing/2014/main" id="{D609D731-6619-234C-BF58-3D0F0C6C3371}"/>
                </a:ext>
              </a:extLst>
            </p:cNvPr>
            <p:cNvSpPr/>
            <p:nvPr/>
          </p:nvSpPr>
          <p:spPr>
            <a:xfrm>
              <a:off x="6461115" y="4173022"/>
              <a:ext cx="1263639" cy="248907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50" name="五邊形 49">
            <a:extLst>
              <a:ext uri="{FF2B5EF4-FFF2-40B4-BE49-F238E27FC236}">
                <a16:creationId xmlns:a16="http://schemas.microsoft.com/office/drawing/2014/main" id="{7D93B9CA-17F6-964C-8E60-026EB862AA82}"/>
              </a:ext>
            </a:extLst>
          </p:cNvPr>
          <p:cNvSpPr/>
          <p:nvPr/>
        </p:nvSpPr>
        <p:spPr>
          <a:xfrm>
            <a:off x="8454464" y="3888020"/>
            <a:ext cx="1263639" cy="24890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EBA9F7FC-85B0-CD49-A1FD-386CD272325A}"/>
              </a:ext>
            </a:extLst>
          </p:cNvPr>
          <p:cNvSpPr txBox="1"/>
          <p:nvPr/>
        </p:nvSpPr>
        <p:spPr>
          <a:xfrm>
            <a:off x="8855449" y="5418541"/>
            <a:ext cx="461665" cy="251031"/>
          </a:xfrm>
          <a:prstGeom prst="rect">
            <a:avLst/>
          </a:prstGeom>
          <a:noFill/>
        </p:spPr>
        <p:txBody>
          <a:bodyPr vert="eaVert" wrap="none" rtlCol="0" anchor="ctr">
            <a:spAutoFit/>
          </a:bodyPr>
          <a:lstStyle/>
          <a:p>
            <a:pPr algn="ctr"/>
            <a:r>
              <a:rPr kumimoji="1" lang="en-US" altLang="zh-TW" dirty="0"/>
              <a:t>…</a:t>
            </a:r>
            <a:endParaRPr kumimoji="1" lang="zh-TW" altLang="en-US" dirty="0"/>
          </a:p>
        </p:txBody>
      </p: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E3DFBCD2-43BE-CC43-8608-6A20E81A6DC5}"/>
              </a:ext>
            </a:extLst>
          </p:cNvPr>
          <p:cNvGrpSpPr/>
          <p:nvPr/>
        </p:nvGrpSpPr>
        <p:grpSpPr>
          <a:xfrm>
            <a:off x="8248055" y="4398519"/>
            <a:ext cx="1676454" cy="833966"/>
            <a:chOff x="6254707" y="3744273"/>
            <a:chExt cx="1676454" cy="833966"/>
          </a:xfrm>
        </p:grpSpPr>
        <p:sp>
          <p:nvSpPr>
            <p:cNvPr id="53" name="摺角紙張 52">
              <a:extLst>
                <a:ext uri="{FF2B5EF4-FFF2-40B4-BE49-F238E27FC236}">
                  <a16:creationId xmlns:a16="http://schemas.microsoft.com/office/drawing/2014/main" id="{F65A15EA-8A79-AC4A-AE07-8B24D185A7B8}"/>
                </a:ext>
              </a:extLst>
            </p:cNvPr>
            <p:cNvSpPr/>
            <p:nvPr/>
          </p:nvSpPr>
          <p:spPr>
            <a:xfrm>
              <a:off x="6254707" y="3744273"/>
              <a:ext cx="1676454" cy="833966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4" name="五邊形 53">
              <a:extLst>
                <a:ext uri="{FF2B5EF4-FFF2-40B4-BE49-F238E27FC236}">
                  <a16:creationId xmlns:a16="http://schemas.microsoft.com/office/drawing/2014/main" id="{1B010DB6-E70C-494E-AEE8-6FC085DC5BA4}"/>
                </a:ext>
              </a:extLst>
            </p:cNvPr>
            <p:cNvSpPr/>
            <p:nvPr/>
          </p:nvSpPr>
          <p:spPr>
            <a:xfrm>
              <a:off x="6461115" y="3849089"/>
              <a:ext cx="1263639" cy="248907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5" name="五邊形 54">
              <a:extLst>
                <a:ext uri="{FF2B5EF4-FFF2-40B4-BE49-F238E27FC236}">
                  <a16:creationId xmlns:a16="http://schemas.microsoft.com/office/drawing/2014/main" id="{A68B97A3-3287-9846-AAA9-8FFC12A76D09}"/>
                </a:ext>
              </a:extLst>
            </p:cNvPr>
            <p:cNvSpPr/>
            <p:nvPr/>
          </p:nvSpPr>
          <p:spPr>
            <a:xfrm>
              <a:off x="6461115" y="4173022"/>
              <a:ext cx="1263639" cy="248907"/>
            </a:xfrm>
            <a:prstGeom prst="homePlat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9418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>
            <a:extLst>
              <a:ext uri="{FF2B5EF4-FFF2-40B4-BE49-F238E27FC236}">
                <a16:creationId xmlns:a16="http://schemas.microsoft.com/office/drawing/2014/main" id="{20CEEF5B-DC9D-E042-BD82-74AC45107731}"/>
              </a:ext>
            </a:extLst>
          </p:cNvPr>
          <p:cNvGrpSpPr/>
          <p:nvPr/>
        </p:nvGrpSpPr>
        <p:grpSpPr>
          <a:xfrm>
            <a:off x="1149456" y="1390266"/>
            <a:ext cx="4177658" cy="3948077"/>
            <a:chOff x="0" y="1564566"/>
            <a:chExt cx="4775521" cy="4135126"/>
          </a:xfrm>
        </p:grpSpPr>
        <p:pic>
          <p:nvPicPr>
            <p:cNvPr id="1026" name="Picture 2" descr="Folder Icon Template Design Vector Graphic by zAe · Creative Fabrica">
              <a:extLst>
                <a:ext uri="{FF2B5EF4-FFF2-40B4-BE49-F238E27FC236}">
                  <a16:creationId xmlns:a16="http://schemas.microsoft.com/office/drawing/2014/main" id="{F14AFED0-19B3-064D-B9AE-7A05B49273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01073"/>
              <a:ext cx="4775521" cy="2898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圖形 6" descr="文件 以實心填滿">
              <a:extLst>
                <a:ext uri="{FF2B5EF4-FFF2-40B4-BE49-F238E27FC236}">
                  <a16:creationId xmlns:a16="http://schemas.microsoft.com/office/drawing/2014/main" id="{DC5F2B45-AEE9-ED4D-8A6F-B74E008A6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10701" y="3645286"/>
              <a:ext cx="914400" cy="914400"/>
            </a:xfrm>
            <a:prstGeom prst="rect">
              <a:avLst/>
            </a:prstGeom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E069690B-FFEA-364F-8606-F8F56D082F34}"/>
                </a:ext>
              </a:extLst>
            </p:cNvPr>
            <p:cNvSpPr txBox="1"/>
            <p:nvPr/>
          </p:nvSpPr>
          <p:spPr>
            <a:xfrm>
              <a:off x="1649572" y="1564566"/>
              <a:ext cx="1373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/>
                <a:t>DB Directory</a:t>
              </a:r>
              <a:endParaRPr kumimoji="1" lang="zh-TW" altLang="en-US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49660ECE-ABDF-5249-B079-B80161107426}"/>
                </a:ext>
              </a:extLst>
            </p:cNvPr>
            <p:cNvSpPr txBox="1"/>
            <p:nvPr/>
          </p:nvSpPr>
          <p:spPr>
            <a:xfrm>
              <a:off x="1055801" y="4507601"/>
              <a:ext cx="12346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100" dirty="0"/>
                <a:t>set_file_1.faciledb</a:t>
              </a:r>
              <a:endParaRPr kumimoji="1" lang="zh-TW" altLang="en-US" sz="1100" dirty="0"/>
            </a:p>
          </p:txBody>
        </p:sp>
        <p:pic>
          <p:nvPicPr>
            <p:cNvPr id="11" name="圖形 10" descr="文件 以實心填滿">
              <a:extLst>
                <a:ext uri="{FF2B5EF4-FFF2-40B4-BE49-F238E27FC236}">
                  <a16:creationId xmlns:a16="http://schemas.microsoft.com/office/drawing/2014/main" id="{D66EAAC7-7D50-5E49-8C65-F11C26C23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97311" y="3642762"/>
              <a:ext cx="914400" cy="914400"/>
            </a:xfrm>
            <a:prstGeom prst="rect">
              <a:avLst/>
            </a:prstGeom>
          </p:spPr>
        </p:pic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CC989861-B20E-DB49-BA4E-E256E8203F78}"/>
                </a:ext>
              </a:extLst>
            </p:cNvPr>
            <p:cNvSpPr txBox="1"/>
            <p:nvPr/>
          </p:nvSpPr>
          <p:spPr>
            <a:xfrm>
              <a:off x="2405452" y="4507601"/>
              <a:ext cx="12346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100" dirty="0"/>
                <a:t>set_file_2.faciledb</a:t>
              </a:r>
              <a:endParaRPr kumimoji="1" lang="zh-TW" altLang="en-US" sz="1100" dirty="0"/>
            </a:p>
          </p:txBody>
        </p:sp>
      </p:grpSp>
      <p:sp>
        <p:nvSpPr>
          <p:cNvPr id="32" name="剪去並圓角化單一角落矩形 31">
            <a:extLst>
              <a:ext uri="{FF2B5EF4-FFF2-40B4-BE49-F238E27FC236}">
                <a16:creationId xmlns:a16="http://schemas.microsoft.com/office/drawing/2014/main" id="{4C98077D-46A1-0842-A76E-FA896CB83E1D}"/>
              </a:ext>
            </a:extLst>
          </p:cNvPr>
          <p:cNvSpPr/>
          <p:nvPr/>
        </p:nvSpPr>
        <p:spPr>
          <a:xfrm>
            <a:off x="6479892" y="1509960"/>
            <a:ext cx="3981691" cy="4109013"/>
          </a:xfrm>
          <a:prstGeom prst="snipRoundRect">
            <a:avLst>
              <a:gd name="adj1" fmla="val 0"/>
              <a:gd name="adj2" fmla="val 12016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DE3BB466-F967-B94B-8108-D4F0C7B580DC}"/>
              </a:ext>
            </a:extLst>
          </p:cNvPr>
          <p:cNvSpPr txBox="1"/>
          <p:nvPr/>
        </p:nvSpPr>
        <p:spPr>
          <a:xfrm>
            <a:off x="7889388" y="1072657"/>
            <a:ext cx="861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Set File</a:t>
            </a:r>
            <a:endParaRPr kumimoji="1" lang="zh-TW" altLang="en-US" dirty="0"/>
          </a:p>
        </p:txBody>
      </p:sp>
      <p:sp>
        <p:nvSpPr>
          <p:cNvPr id="34" name="剪去單一角落矩形 33">
            <a:extLst>
              <a:ext uri="{FF2B5EF4-FFF2-40B4-BE49-F238E27FC236}">
                <a16:creationId xmlns:a16="http://schemas.microsoft.com/office/drawing/2014/main" id="{6172A50A-4083-744B-BF70-B44E4ABB18F5}"/>
              </a:ext>
            </a:extLst>
          </p:cNvPr>
          <p:cNvSpPr/>
          <p:nvPr/>
        </p:nvSpPr>
        <p:spPr>
          <a:xfrm>
            <a:off x="6557655" y="1645904"/>
            <a:ext cx="3763192" cy="823448"/>
          </a:xfrm>
          <a:prstGeom prst="snip1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DB_SET_PROPERTIES</a:t>
            </a:r>
            <a:endParaRPr kumimoji="1"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D19A78F-DA47-DD41-9920-843EEDC4FFD1}"/>
              </a:ext>
            </a:extLst>
          </p:cNvPr>
          <p:cNvSpPr/>
          <p:nvPr/>
        </p:nvSpPr>
        <p:spPr>
          <a:xfrm>
            <a:off x="6557655" y="2529357"/>
            <a:ext cx="3763192" cy="6962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DB_BLOCK</a:t>
            </a:r>
            <a:br>
              <a:rPr kumimoji="1" lang="en-US" altLang="zh-TW" dirty="0"/>
            </a:br>
            <a:r>
              <a:rPr kumimoji="1" lang="en-US" altLang="zh-TW" dirty="0"/>
              <a:t>(tag: 1)</a:t>
            </a:r>
            <a:endParaRPr kumimoji="1" lang="zh-TW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3C02F6C-3F32-3D4E-981F-0CF4834914E1}"/>
              </a:ext>
            </a:extLst>
          </p:cNvPr>
          <p:cNvSpPr/>
          <p:nvPr/>
        </p:nvSpPr>
        <p:spPr>
          <a:xfrm>
            <a:off x="6557655" y="3293613"/>
            <a:ext cx="3763192" cy="6962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DB_BLOCK</a:t>
            </a:r>
            <a:br>
              <a:rPr kumimoji="1" lang="en-US" altLang="zh-TW" dirty="0"/>
            </a:br>
            <a:r>
              <a:rPr kumimoji="1" lang="en-US" altLang="zh-TW" dirty="0"/>
              <a:t>(tag: 2)</a:t>
            </a:r>
            <a:endParaRPr kumimoji="1"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AC49A04-817F-0149-8254-57D32992C521}"/>
              </a:ext>
            </a:extLst>
          </p:cNvPr>
          <p:cNvSpPr/>
          <p:nvPr/>
        </p:nvSpPr>
        <p:spPr>
          <a:xfrm>
            <a:off x="6557655" y="4057869"/>
            <a:ext cx="3763192" cy="6962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DB_BLOCK</a:t>
            </a:r>
            <a:br>
              <a:rPr kumimoji="1" lang="en-US" altLang="zh-TW" dirty="0"/>
            </a:br>
            <a:r>
              <a:rPr kumimoji="1" lang="en-US" altLang="zh-TW" dirty="0"/>
              <a:t>(tag: 3)</a:t>
            </a:r>
            <a:endParaRPr kumimoji="1"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A46BE7A-76D5-CD4D-BE8B-EC80D986498C}"/>
              </a:ext>
            </a:extLst>
          </p:cNvPr>
          <p:cNvSpPr txBox="1"/>
          <p:nvPr/>
        </p:nvSpPr>
        <p:spPr>
          <a:xfrm>
            <a:off x="8351993" y="4971896"/>
            <a:ext cx="461665" cy="36644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zh-TW" dirty="0"/>
              <a:t>..…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10267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E0DCC4-1E92-8C48-9EB4-9B7647CF2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UPDATE: Double DB_SET_PROPERTIES</a:t>
            </a:r>
            <a:endParaRPr kumimoji="1" lang="zh-TW" altLang="en-US" dirty="0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FB7B04A3-1E59-0546-939E-A9AFB295B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62700" cy="4351338"/>
          </a:xfrm>
        </p:spPr>
        <p:txBody>
          <a:bodyPr/>
          <a:lstStyle/>
          <a:p>
            <a:r>
              <a:rPr lang="en-US" altLang="zh-TW" dirty="0"/>
              <a:t>Double header (DB_SET_PROPERTIES) to ensure error recovery.</a:t>
            </a:r>
          </a:p>
          <a:p>
            <a:pPr lvl="1"/>
            <a:r>
              <a:rPr lang="en-US" altLang="zh-TW" dirty="0"/>
              <a:t>Use modify time to identify which one is the latest.</a:t>
            </a:r>
          </a:p>
          <a:p>
            <a:pPr lvl="1"/>
            <a:r>
              <a:rPr lang="en-US" altLang="zh-TW" dirty="0"/>
              <a:t>Use checksum to </a:t>
            </a:r>
          </a:p>
          <a:p>
            <a:r>
              <a:rPr lang="en-US" altLang="zh-TW" dirty="0"/>
              <a:t>A new column: </a:t>
            </a:r>
            <a:r>
              <a:rPr lang="en-US" altLang="zh-TW" dirty="0" err="1"/>
              <a:t>delete_log_start_block</a:t>
            </a:r>
            <a:r>
              <a:rPr lang="en-US" altLang="zh-TW" dirty="0"/>
              <a:t> to indicate the start block of the delete log linked list. (using </a:t>
            </a:r>
            <a:r>
              <a:rPr lang="en-US" altLang="zh-TW" dirty="0" err="1"/>
              <a:t>prev</a:t>
            </a:r>
            <a:r>
              <a:rPr lang="en-US" altLang="zh-TW" dirty="0"/>
              <a:t> and next block flag)</a:t>
            </a:r>
            <a:endParaRPr lang="zh-TW" altLang="en-US" dirty="0"/>
          </a:p>
        </p:txBody>
      </p:sp>
      <p:sp>
        <p:nvSpPr>
          <p:cNvPr id="4" name="剪去並圓角化單一角落矩形 3">
            <a:extLst>
              <a:ext uri="{FF2B5EF4-FFF2-40B4-BE49-F238E27FC236}">
                <a16:creationId xmlns:a16="http://schemas.microsoft.com/office/drawing/2014/main" id="{00085DAA-20F3-E849-A426-16B5344C5945}"/>
              </a:ext>
            </a:extLst>
          </p:cNvPr>
          <p:cNvSpPr/>
          <p:nvPr/>
        </p:nvSpPr>
        <p:spPr>
          <a:xfrm>
            <a:off x="7594317" y="1690935"/>
            <a:ext cx="3981691" cy="4747965"/>
          </a:xfrm>
          <a:prstGeom prst="snipRoundRect">
            <a:avLst>
              <a:gd name="adj1" fmla="val 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49742AB-4482-1049-A069-2D7D05AAEF2D}"/>
              </a:ext>
            </a:extLst>
          </p:cNvPr>
          <p:cNvSpPr txBox="1"/>
          <p:nvPr/>
        </p:nvSpPr>
        <p:spPr>
          <a:xfrm>
            <a:off x="9003813" y="1253632"/>
            <a:ext cx="861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Set File</a:t>
            </a:r>
            <a:endParaRPr kumimoji="1" lang="zh-TW" altLang="en-US" dirty="0"/>
          </a:p>
        </p:txBody>
      </p:sp>
      <p:sp>
        <p:nvSpPr>
          <p:cNvPr id="6" name="剪去單一角落矩形 5">
            <a:extLst>
              <a:ext uri="{FF2B5EF4-FFF2-40B4-BE49-F238E27FC236}">
                <a16:creationId xmlns:a16="http://schemas.microsoft.com/office/drawing/2014/main" id="{BC29856E-D9BC-1B43-A0A7-34DD27F51ACB}"/>
              </a:ext>
            </a:extLst>
          </p:cNvPr>
          <p:cNvSpPr/>
          <p:nvPr/>
        </p:nvSpPr>
        <p:spPr>
          <a:xfrm>
            <a:off x="7672080" y="1788425"/>
            <a:ext cx="3763192" cy="401971"/>
          </a:xfrm>
          <a:prstGeom prst="snip1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DB_SET_PROPERTIES_1</a:t>
            </a:r>
            <a:endParaRPr kumimoji="1"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28EBCC-05D6-5544-82E0-AE7A81131AB1}"/>
              </a:ext>
            </a:extLst>
          </p:cNvPr>
          <p:cNvSpPr/>
          <p:nvPr/>
        </p:nvSpPr>
        <p:spPr>
          <a:xfrm>
            <a:off x="7672080" y="2710332"/>
            <a:ext cx="3763192" cy="6962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DB_BLOCK</a:t>
            </a:r>
            <a:br>
              <a:rPr kumimoji="1" lang="en-US" altLang="zh-TW" dirty="0"/>
            </a:br>
            <a:r>
              <a:rPr kumimoji="1" lang="en-US" altLang="zh-TW" dirty="0"/>
              <a:t>(tag: 1)</a:t>
            </a:r>
            <a:endParaRPr kumimoji="1"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78D198-C1FB-A84C-B4E4-144939F48C23}"/>
              </a:ext>
            </a:extLst>
          </p:cNvPr>
          <p:cNvSpPr/>
          <p:nvPr/>
        </p:nvSpPr>
        <p:spPr>
          <a:xfrm>
            <a:off x="7672080" y="3474588"/>
            <a:ext cx="3763192" cy="6962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DB_BLOCK</a:t>
            </a:r>
            <a:br>
              <a:rPr kumimoji="1" lang="en-US" altLang="zh-TW" dirty="0"/>
            </a:br>
            <a:r>
              <a:rPr kumimoji="1" lang="en-US" altLang="zh-TW" dirty="0"/>
              <a:t>(tag: 2)</a:t>
            </a:r>
            <a:endParaRPr kumimoji="1"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6AAAE8-BF36-DA4C-A137-DF1EEB0F66C4}"/>
              </a:ext>
            </a:extLst>
          </p:cNvPr>
          <p:cNvSpPr/>
          <p:nvPr/>
        </p:nvSpPr>
        <p:spPr>
          <a:xfrm>
            <a:off x="7672080" y="4238844"/>
            <a:ext cx="3763192" cy="6962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DB_BLOCK</a:t>
            </a:r>
            <a:br>
              <a:rPr kumimoji="1" lang="en-US" altLang="zh-TW" dirty="0"/>
            </a:br>
            <a:r>
              <a:rPr kumimoji="1" lang="en-US" altLang="zh-TW" dirty="0"/>
              <a:t>(tag: 3)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B428A28-19A6-CF4D-9D46-38F58A547A5D}"/>
              </a:ext>
            </a:extLst>
          </p:cNvPr>
          <p:cNvSpPr txBox="1"/>
          <p:nvPr/>
        </p:nvSpPr>
        <p:spPr>
          <a:xfrm>
            <a:off x="9434572" y="4964514"/>
            <a:ext cx="461665" cy="36644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zh-TW" dirty="0"/>
              <a:t>..…</a:t>
            </a:r>
            <a:endParaRPr kumimoji="1"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A987D7-7A65-D242-B346-C9A99BFF19C4}"/>
              </a:ext>
            </a:extLst>
          </p:cNvPr>
          <p:cNvSpPr/>
          <p:nvPr/>
        </p:nvSpPr>
        <p:spPr>
          <a:xfrm>
            <a:off x="7672080" y="5330961"/>
            <a:ext cx="3763192" cy="6962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DB_BLOCK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kumimoji="1" lang="en-US" altLang="zh-TW" dirty="0" err="1"/>
              <a:t>delet</a:t>
            </a:r>
            <a:r>
              <a:rPr kumimoji="1" lang="en-US" altLang="zh-TW" dirty="0"/>
              <a:t> log start block)</a:t>
            </a:r>
            <a:endParaRPr kumimoji="1" lang="zh-TW" altLang="en-US" dirty="0"/>
          </a:p>
        </p:txBody>
      </p:sp>
      <p:sp>
        <p:nvSpPr>
          <p:cNvPr id="13" name="剪去單一角落矩形 12">
            <a:extLst>
              <a:ext uri="{FF2B5EF4-FFF2-40B4-BE49-F238E27FC236}">
                <a16:creationId xmlns:a16="http://schemas.microsoft.com/office/drawing/2014/main" id="{01075C2C-DB76-C446-BD5A-193E0587091E}"/>
              </a:ext>
            </a:extLst>
          </p:cNvPr>
          <p:cNvSpPr/>
          <p:nvPr/>
        </p:nvSpPr>
        <p:spPr>
          <a:xfrm>
            <a:off x="7672080" y="2240390"/>
            <a:ext cx="3763192" cy="401971"/>
          </a:xfrm>
          <a:prstGeom prst="snip1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DB_SET_PROPERTIES_2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3557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0CD18C-61D6-FE4A-AF45-34F114FF2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UPDATE:</a:t>
            </a:r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B634515-F08C-7C49-909A-6727FDF4C59B}"/>
              </a:ext>
            </a:extLst>
          </p:cNvPr>
          <p:cNvSpPr txBox="1"/>
          <p:nvPr/>
        </p:nvSpPr>
        <p:spPr>
          <a:xfrm>
            <a:off x="7879464" y="234185"/>
            <a:ext cx="2512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DB_SET_PROPERTIES_T</a:t>
            </a:r>
            <a:endParaRPr kumimoji="1" lang="zh-TW" altLang="en-US" dirty="0"/>
          </a:p>
        </p:txBody>
      </p:sp>
      <p:graphicFrame>
        <p:nvGraphicFramePr>
          <p:cNvPr id="5" name="表格 2">
            <a:extLst>
              <a:ext uri="{FF2B5EF4-FFF2-40B4-BE49-F238E27FC236}">
                <a16:creationId xmlns:a16="http://schemas.microsoft.com/office/drawing/2014/main" id="{5CEF6355-FE74-764C-9549-3D23C8B34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154202"/>
              </p:ext>
            </p:extLst>
          </p:nvPr>
        </p:nvGraphicFramePr>
        <p:xfrm>
          <a:off x="6555416" y="735589"/>
          <a:ext cx="5160334" cy="5757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334">
                  <a:extLst>
                    <a:ext uri="{9D8B030D-6E8A-4147-A177-3AD203B41FA5}">
                      <a16:colId xmlns:a16="http://schemas.microsoft.com/office/drawing/2014/main" val="3693041897"/>
                    </a:ext>
                  </a:extLst>
                </a:gridCol>
              </a:tblGrid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db_set_properties_crc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176812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CRC for header start from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block_num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 to the end of the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p_set_name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703238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block_num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121133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of </a:t>
                      </a:r>
                      <a:r>
                        <a:rPr lang="en-US" altLang="zh-TW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r>
                        <a:rPr lang="en-US" altLang="zh-TW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blocks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717680"/>
                  </a:ext>
                </a:extLst>
              </a:tr>
              <a:tr h="4136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created_time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005338"/>
                  </a:ext>
                </a:extLst>
              </a:tr>
              <a:tr h="4136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modified_time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948639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data_num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252850"/>
                  </a:ext>
                </a:extLst>
              </a:tr>
              <a:tr h="42931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Number of data in the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 set file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244783"/>
                  </a:ext>
                </a:extLst>
              </a:tr>
              <a:tr h="42931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16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delete_log_start_block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734967"/>
                  </a:ext>
                </a:extLst>
              </a:tr>
              <a:tr h="42931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Start block of the delete log 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351953"/>
                  </a:ext>
                </a:extLst>
              </a:tr>
              <a:tr h="407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set_name_size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47767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bytes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809215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*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p_set_name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548506"/>
                  </a:ext>
                </a:extLst>
              </a:tr>
              <a:tr h="58064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Pointer, set name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Length: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set_name_size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828213"/>
                  </a:ext>
                </a:extLst>
              </a:tr>
            </a:tbl>
          </a:graphicData>
        </a:graphic>
      </p:graphicFrame>
      <p:sp>
        <p:nvSpPr>
          <p:cNvPr id="6" name="六邊形 5">
            <a:extLst>
              <a:ext uri="{FF2B5EF4-FFF2-40B4-BE49-F238E27FC236}">
                <a16:creationId xmlns:a16="http://schemas.microsoft.com/office/drawing/2014/main" id="{83135F95-E2E5-2A44-BA19-61951E25479E}"/>
              </a:ext>
            </a:extLst>
          </p:cNvPr>
          <p:cNvSpPr/>
          <p:nvPr/>
        </p:nvSpPr>
        <p:spPr>
          <a:xfrm>
            <a:off x="10180010" y="821581"/>
            <a:ext cx="659440" cy="171450"/>
          </a:xfrm>
          <a:prstGeom prst="hex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new</a:t>
            </a:r>
            <a:endParaRPr kumimoji="1" lang="zh-TW" altLang="en-US" sz="1200" dirty="0"/>
          </a:p>
        </p:txBody>
      </p:sp>
      <p:sp>
        <p:nvSpPr>
          <p:cNvPr id="7" name="六邊形 6">
            <a:extLst>
              <a:ext uri="{FF2B5EF4-FFF2-40B4-BE49-F238E27FC236}">
                <a16:creationId xmlns:a16="http://schemas.microsoft.com/office/drawing/2014/main" id="{0A831C09-BA0F-9B43-B20C-BA88F0B066A2}"/>
              </a:ext>
            </a:extLst>
          </p:cNvPr>
          <p:cNvSpPr/>
          <p:nvPr/>
        </p:nvSpPr>
        <p:spPr>
          <a:xfrm>
            <a:off x="10183665" y="4079131"/>
            <a:ext cx="659440" cy="171450"/>
          </a:xfrm>
          <a:prstGeom prst="hex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new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57135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C591913-E66C-4F4E-862F-70F655093A05}"/>
              </a:ext>
            </a:extLst>
          </p:cNvPr>
          <p:cNvSpPr/>
          <p:nvPr/>
        </p:nvSpPr>
        <p:spPr>
          <a:xfrm>
            <a:off x="6652539" y="1374255"/>
            <a:ext cx="3763192" cy="47302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DFD9C6-2E38-424B-9F07-100E7CE16E5B}"/>
              </a:ext>
            </a:extLst>
          </p:cNvPr>
          <p:cNvSpPr/>
          <p:nvPr/>
        </p:nvSpPr>
        <p:spPr>
          <a:xfrm>
            <a:off x="6968486" y="1536513"/>
            <a:ext cx="2987028" cy="21371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DA8FB77-BAEC-704A-99DC-DC2880563ABD}"/>
              </a:ext>
            </a:extLst>
          </p:cNvPr>
          <p:cNvSpPr txBox="1"/>
          <p:nvPr/>
        </p:nvSpPr>
        <p:spPr>
          <a:xfrm>
            <a:off x="8081530" y="1004923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DB Block</a:t>
            </a:r>
            <a:endParaRPr kumimoji="1" lang="zh-TW" altLang="en-US" dirty="0"/>
          </a:p>
        </p:txBody>
      </p:sp>
      <p:sp>
        <p:nvSpPr>
          <p:cNvPr id="7" name="剪去並圓角化單一角落矩形 6">
            <a:extLst>
              <a:ext uri="{FF2B5EF4-FFF2-40B4-BE49-F238E27FC236}">
                <a16:creationId xmlns:a16="http://schemas.microsoft.com/office/drawing/2014/main" id="{8E0DB8CA-C0D7-F84B-B518-48337F420498}"/>
              </a:ext>
            </a:extLst>
          </p:cNvPr>
          <p:cNvSpPr/>
          <p:nvPr/>
        </p:nvSpPr>
        <p:spPr>
          <a:xfrm>
            <a:off x="858025" y="1298293"/>
            <a:ext cx="3981691" cy="4109013"/>
          </a:xfrm>
          <a:prstGeom prst="snipRoundRect">
            <a:avLst>
              <a:gd name="adj1" fmla="val 0"/>
              <a:gd name="adj2" fmla="val 12016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F001897-1472-0B44-A5A5-17A9CA258E46}"/>
              </a:ext>
            </a:extLst>
          </p:cNvPr>
          <p:cNvSpPr txBox="1"/>
          <p:nvPr/>
        </p:nvSpPr>
        <p:spPr>
          <a:xfrm>
            <a:off x="2618037" y="1381254"/>
            <a:ext cx="461665" cy="36644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zh-TW" dirty="0"/>
              <a:t>..…</a:t>
            </a:r>
            <a:endParaRPr kumimoji="1"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3840F82-11D5-AC45-B997-010EE0C44C65}"/>
              </a:ext>
            </a:extLst>
          </p:cNvPr>
          <p:cNvSpPr/>
          <p:nvPr/>
        </p:nvSpPr>
        <p:spPr>
          <a:xfrm>
            <a:off x="1351196" y="1808673"/>
            <a:ext cx="2926575" cy="576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DB_BLOCK</a:t>
            </a:r>
            <a:br>
              <a:rPr kumimoji="1" lang="en-US" altLang="zh-TW" sz="1400" dirty="0"/>
            </a:br>
            <a:r>
              <a:rPr kumimoji="1" lang="en-US" altLang="zh-TW" sz="1400" dirty="0"/>
              <a:t>(data1)</a:t>
            </a:r>
            <a:endParaRPr kumimoji="1" lang="zh-TW" altLang="en-US" sz="1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EA384B-676C-0545-A677-AD8C42F1C625}"/>
              </a:ext>
            </a:extLst>
          </p:cNvPr>
          <p:cNvSpPr/>
          <p:nvPr/>
        </p:nvSpPr>
        <p:spPr>
          <a:xfrm>
            <a:off x="1351196" y="2452650"/>
            <a:ext cx="2926575" cy="576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DB_BLOCK</a:t>
            </a:r>
            <a:br>
              <a:rPr kumimoji="1" lang="en-US" altLang="zh-TW" sz="1400" dirty="0"/>
            </a:br>
            <a:r>
              <a:rPr kumimoji="1" lang="en-US" altLang="zh-TW" sz="1400" dirty="0"/>
              <a:t>(data1)</a:t>
            </a:r>
            <a:endParaRPr kumimoji="1" lang="zh-TW" altLang="en-US" sz="14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522E10-7DF4-2F4A-8683-62AC4E5E628A}"/>
              </a:ext>
            </a:extLst>
          </p:cNvPr>
          <p:cNvSpPr/>
          <p:nvPr/>
        </p:nvSpPr>
        <p:spPr>
          <a:xfrm>
            <a:off x="1351194" y="3096627"/>
            <a:ext cx="2926575" cy="576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DB_BLOCK</a:t>
            </a:r>
            <a:br>
              <a:rPr kumimoji="1" lang="en-US" altLang="zh-TW" sz="1400" dirty="0"/>
            </a:br>
            <a:r>
              <a:rPr kumimoji="1" lang="en-US" altLang="zh-TW" sz="1400" dirty="0"/>
              <a:t>(data2)</a:t>
            </a:r>
            <a:endParaRPr kumimoji="1" lang="zh-TW" altLang="en-US" sz="1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BD06FC-F3FF-3246-9937-74A6D3BA0C4A}"/>
              </a:ext>
            </a:extLst>
          </p:cNvPr>
          <p:cNvSpPr/>
          <p:nvPr/>
        </p:nvSpPr>
        <p:spPr>
          <a:xfrm>
            <a:off x="1351194" y="3740604"/>
            <a:ext cx="2926575" cy="576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DB_BLOCK</a:t>
            </a:r>
            <a:br>
              <a:rPr kumimoji="1" lang="en-US" altLang="zh-TW" sz="1400" dirty="0"/>
            </a:br>
            <a:r>
              <a:rPr kumimoji="1" lang="en-US" altLang="zh-TW" sz="1400" dirty="0"/>
              <a:t>(data1)</a:t>
            </a:r>
            <a:endParaRPr kumimoji="1" lang="zh-TW" altLang="en-US" sz="14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B5A62D3-0FCC-6546-A472-6E8D0A8578EE}"/>
              </a:ext>
            </a:extLst>
          </p:cNvPr>
          <p:cNvSpPr txBox="1"/>
          <p:nvPr/>
        </p:nvSpPr>
        <p:spPr>
          <a:xfrm>
            <a:off x="2672498" y="5040859"/>
            <a:ext cx="461665" cy="36644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zh-TW" dirty="0"/>
              <a:t>..…</a:t>
            </a:r>
            <a:endParaRPr kumimoji="1"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FEF98C2-1860-5941-A5CB-773A510D2713}"/>
              </a:ext>
            </a:extLst>
          </p:cNvPr>
          <p:cNvSpPr/>
          <p:nvPr/>
        </p:nvSpPr>
        <p:spPr>
          <a:xfrm>
            <a:off x="1351193" y="4384581"/>
            <a:ext cx="2926575" cy="576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DB_BLOCK</a:t>
            </a:r>
            <a:br>
              <a:rPr kumimoji="1" lang="en-US" altLang="zh-TW" sz="1400" dirty="0"/>
            </a:br>
            <a:r>
              <a:rPr kumimoji="1" lang="en-US" altLang="zh-TW" sz="1400" dirty="0"/>
              <a:t>(data2)</a:t>
            </a:r>
            <a:endParaRPr kumimoji="1" lang="zh-TW" altLang="en-US" sz="1400" dirty="0"/>
          </a:p>
        </p:txBody>
      </p:sp>
      <p:sp>
        <p:nvSpPr>
          <p:cNvPr id="21" name="弧線 20">
            <a:extLst>
              <a:ext uri="{FF2B5EF4-FFF2-40B4-BE49-F238E27FC236}">
                <a16:creationId xmlns:a16="http://schemas.microsoft.com/office/drawing/2014/main" id="{85420BA1-B89A-D749-9DCE-B15F106706D0}"/>
              </a:ext>
            </a:extLst>
          </p:cNvPr>
          <p:cNvSpPr/>
          <p:nvPr/>
        </p:nvSpPr>
        <p:spPr>
          <a:xfrm>
            <a:off x="3694618" y="2114881"/>
            <a:ext cx="1309182" cy="576988"/>
          </a:xfrm>
          <a:prstGeom prst="arc">
            <a:avLst>
              <a:gd name="adj1" fmla="val 15571498"/>
              <a:gd name="adj2" fmla="val 6256141"/>
            </a:avLst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弧線 21">
            <a:extLst>
              <a:ext uri="{FF2B5EF4-FFF2-40B4-BE49-F238E27FC236}">
                <a16:creationId xmlns:a16="http://schemas.microsoft.com/office/drawing/2014/main" id="{D507F07B-CB43-5B4E-819D-BE2E6F7DF200}"/>
              </a:ext>
            </a:extLst>
          </p:cNvPr>
          <p:cNvSpPr/>
          <p:nvPr/>
        </p:nvSpPr>
        <p:spPr>
          <a:xfrm>
            <a:off x="3623177" y="2897504"/>
            <a:ext cx="1309182" cy="1221905"/>
          </a:xfrm>
          <a:prstGeom prst="arc">
            <a:avLst>
              <a:gd name="adj1" fmla="val 16188189"/>
              <a:gd name="adj2" fmla="val 5302572"/>
            </a:avLst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弧線 22">
            <a:extLst>
              <a:ext uri="{FF2B5EF4-FFF2-40B4-BE49-F238E27FC236}">
                <a16:creationId xmlns:a16="http://schemas.microsoft.com/office/drawing/2014/main" id="{3ED176AB-7245-AF47-BD8C-2950BE498CB3}"/>
              </a:ext>
            </a:extLst>
          </p:cNvPr>
          <p:cNvSpPr/>
          <p:nvPr/>
        </p:nvSpPr>
        <p:spPr>
          <a:xfrm>
            <a:off x="3623177" y="3402835"/>
            <a:ext cx="1309182" cy="1221905"/>
          </a:xfrm>
          <a:prstGeom prst="arc">
            <a:avLst>
              <a:gd name="adj1" fmla="val 16188189"/>
              <a:gd name="adj2" fmla="val 5302572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B6D53F0-7C2B-AA4D-B040-DBBB032E7E13}"/>
              </a:ext>
            </a:extLst>
          </p:cNvPr>
          <p:cNvSpPr txBox="1"/>
          <p:nvPr/>
        </p:nvSpPr>
        <p:spPr>
          <a:xfrm>
            <a:off x="4840893" y="1877036"/>
            <a:ext cx="983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/>
              <a:t>next_block</a:t>
            </a:r>
            <a:endParaRPr kumimoji="1" lang="zh-TW" altLang="en-US" sz="1400" dirty="0"/>
          </a:p>
        </p:txBody>
      </p:sp>
      <p:sp>
        <p:nvSpPr>
          <p:cNvPr id="26" name="弧線 25">
            <a:extLst>
              <a:ext uri="{FF2B5EF4-FFF2-40B4-BE49-F238E27FC236}">
                <a16:creationId xmlns:a16="http://schemas.microsoft.com/office/drawing/2014/main" id="{97874383-55FB-E24F-A714-FE20F881B094}"/>
              </a:ext>
            </a:extLst>
          </p:cNvPr>
          <p:cNvSpPr/>
          <p:nvPr/>
        </p:nvSpPr>
        <p:spPr>
          <a:xfrm rot="10800000">
            <a:off x="603962" y="2117529"/>
            <a:ext cx="1309182" cy="576988"/>
          </a:xfrm>
          <a:prstGeom prst="arc">
            <a:avLst>
              <a:gd name="adj1" fmla="val 15571498"/>
              <a:gd name="adj2" fmla="val 6256141"/>
            </a:avLst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弧線 26">
            <a:extLst>
              <a:ext uri="{FF2B5EF4-FFF2-40B4-BE49-F238E27FC236}">
                <a16:creationId xmlns:a16="http://schemas.microsoft.com/office/drawing/2014/main" id="{1E8477EE-F243-1B4D-BC7A-6389E415F259}"/>
              </a:ext>
            </a:extLst>
          </p:cNvPr>
          <p:cNvSpPr/>
          <p:nvPr/>
        </p:nvSpPr>
        <p:spPr>
          <a:xfrm flipH="1" flipV="1">
            <a:off x="696602" y="2741144"/>
            <a:ext cx="1309182" cy="1221905"/>
          </a:xfrm>
          <a:prstGeom prst="arc">
            <a:avLst>
              <a:gd name="adj1" fmla="val 16188189"/>
              <a:gd name="adj2" fmla="val 5302572"/>
            </a:avLst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67C129F-9FE2-B343-9554-99B41D0DD7DC}"/>
              </a:ext>
            </a:extLst>
          </p:cNvPr>
          <p:cNvSpPr txBox="1"/>
          <p:nvPr/>
        </p:nvSpPr>
        <p:spPr>
          <a:xfrm>
            <a:off x="-53976" y="1877036"/>
            <a:ext cx="9877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/>
              <a:t>prev_block</a:t>
            </a:r>
            <a:endParaRPr kumimoji="1" lang="zh-TW" altLang="en-US" sz="1400" dirty="0"/>
          </a:p>
        </p:txBody>
      </p:sp>
      <p:sp>
        <p:nvSpPr>
          <p:cNvPr id="29" name="弧線 28">
            <a:extLst>
              <a:ext uri="{FF2B5EF4-FFF2-40B4-BE49-F238E27FC236}">
                <a16:creationId xmlns:a16="http://schemas.microsoft.com/office/drawing/2014/main" id="{E8B8C672-EC1E-4A45-8CCC-823D7A5A7131}"/>
              </a:ext>
            </a:extLst>
          </p:cNvPr>
          <p:cNvSpPr/>
          <p:nvPr/>
        </p:nvSpPr>
        <p:spPr>
          <a:xfrm flipH="1" flipV="1">
            <a:off x="693941" y="3369228"/>
            <a:ext cx="1309182" cy="1221905"/>
          </a:xfrm>
          <a:prstGeom prst="arc">
            <a:avLst>
              <a:gd name="adj1" fmla="val 16188189"/>
              <a:gd name="adj2" fmla="val 5302572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0" name="弧線 29">
            <a:extLst>
              <a:ext uri="{FF2B5EF4-FFF2-40B4-BE49-F238E27FC236}">
                <a16:creationId xmlns:a16="http://schemas.microsoft.com/office/drawing/2014/main" id="{068F8F2A-1563-D641-AAF4-DDF2FFF00B35}"/>
              </a:ext>
            </a:extLst>
          </p:cNvPr>
          <p:cNvSpPr/>
          <p:nvPr/>
        </p:nvSpPr>
        <p:spPr>
          <a:xfrm>
            <a:off x="9343256" y="2145287"/>
            <a:ext cx="1309182" cy="576988"/>
          </a:xfrm>
          <a:prstGeom prst="arc">
            <a:avLst>
              <a:gd name="adj1" fmla="val 15073593"/>
              <a:gd name="adj2" fmla="val 529610"/>
            </a:avLst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弧線 31">
            <a:extLst>
              <a:ext uri="{FF2B5EF4-FFF2-40B4-BE49-F238E27FC236}">
                <a16:creationId xmlns:a16="http://schemas.microsoft.com/office/drawing/2014/main" id="{4D5A1C92-4CB0-8943-A513-3990B7562371}"/>
              </a:ext>
            </a:extLst>
          </p:cNvPr>
          <p:cNvSpPr/>
          <p:nvPr/>
        </p:nvSpPr>
        <p:spPr>
          <a:xfrm rot="10800000">
            <a:off x="6268893" y="1609012"/>
            <a:ext cx="1309182" cy="576988"/>
          </a:xfrm>
          <a:prstGeom prst="arc">
            <a:avLst>
              <a:gd name="adj1" fmla="val 14827390"/>
              <a:gd name="adj2" fmla="val 1145447"/>
            </a:avLst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02A1A51-AC4C-7847-89A0-2ABD4429A151}"/>
              </a:ext>
            </a:extLst>
          </p:cNvPr>
          <p:cNvSpPr/>
          <p:nvPr/>
        </p:nvSpPr>
        <p:spPr>
          <a:xfrm>
            <a:off x="7037761" y="1593297"/>
            <a:ext cx="1328497" cy="3405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block_tag</a:t>
            </a:r>
            <a:endParaRPr kumimoji="1" lang="zh-TW" altLang="en-US" sz="1400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E7E90FF-91F4-3742-9FB8-4E1D9D138575}"/>
              </a:ext>
            </a:extLst>
          </p:cNvPr>
          <p:cNvSpPr/>
          <p:nvPr/>
        </p:nvSpPr>
        <p:spPr>
          <a:xfrm>
            <a:off x="8562565" y="1583647"/>
            <a:ext cx="1328497" cy="3405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data_tag</a:t>
            </a:r>
            <a:endParaRPr kumimoji="1" lang="zh-TW" altLang="en-US" sz="14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F1211A9-23CE-F749-B1D6-89792E210CB3}"/>
              </a:ext>
            </a:extLst>
          </p:cNvPr>
          <p:cNvSpPr/>
          <p:nvPr/>
        </p:nvSpPr>
        <p:spPr>
          <a:xfrm>
            <a:off x="7037761" y="2013898"/>
            <a:ext cx="1328497" cy="3405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prev_block_tag</a:t>
            </a:r>
            <a:endParaRPr kumimoji="1" lang="zh-TW" altLang="en-US" sz="14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953D775-50D6-0F46-B800-81461973B001}"/>
              </a:ext>
            </a:extLst>
          </p:cNvPr>
          <p:cNvSpPr/>
          <p:nvPr/>
        </p:nvSpPr>
        <p:spPr>
          <a:xfrm>
            <a:off x="8562563" y="2013897"/>
            <a:ext cx="1328497" cy="3405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next_block_tag</a:t>
            </a:r>
            <a:endParaRPr kumimoji="1" lang="zh-TW" altLang="en-US" sz="14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99467AD-9217-3547-AA31-69201AA5CF2E}"/>
              </a:ext>
            </a:extLst>
          </p:cNvPr>
          <p:cNvSpPr/>
          <p:nvPr/>
        </p:nvSpPr>
        <p:spPr>
          <a:xfrm>
            <a:off x="7045362" y="2440154"/>
            <a:ext cx="1328497" cy="3405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create_time</a:t>
            </a:r>
            <a:endParaRPr kumimoji="1" lang="zh-TW" altLang="en-US" sz="14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389BA13-414D-BB44-8759-9E5E772C617C}"/>
              </a:ext>
            </a:extLst>
          </p:cNvPr>
          <p:cNvSpPr/>
          <p:nvPr/>
        </p:nvSpPr>
        <p:spPr>
          <a:xfrm>
            <a:off x="8562563" y="2440154"/>
            <a:ext cx="1328497" cy="3405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modified_time</a:t>
            </a:r>
            <a:endParaRPr kumimoji="1" lang="zh-TW" altLang="en-US" sz="14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F0E6D1C-C866-8547-B5F8-C6952553190C}"/>
              </a:ext>
            </a:extLst>
          </p:cNvPr>
          <p:cNvSpPr/>
          <p:nvPr/>
        </p:nvSpPr>
        <p:spPr>
          <a:xfrm>
            <a:off x="7045362" y="2843864"/>
            <a:ext cx="1328497" cy="3405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deleted</a:t>
            </a:r>
            <a:endParaRPr kumimoji="1" lang="zh-TW" altLang="en-US" sz="14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47B8DFD-644E-6C4A-A0CD-8A780A72C397}"/>
              </a:ext>
            </a:extLst>
          </p:cNvPr>
          <p:cNvSpPr/>
          <p:nvPr/>
        </p:nvSpPr>
        <p:spPr>
          <a:xfrm>
            <a:off x="8562563" y="2843864"/>
            <a:ext cx="1328497" cy="3405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valid_record_num</a:t>
            </a:r>
            <a:endParaRPr kumimoji="1" lang="zh-TW" altLang="en-US" sz="12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8C61103-FEB3-404F-8AD4-1845A5671D26}"/>
              </a:ext>
            </a:extLst>
          </p:cNvPr>
          <p:cNvSpPr/>
          <p:nvPr/>
        </p:nvSpPr>
        <p:spPr>
          <a:xfrm>
            <a:off x="7037761" y="3267231"/>
            <a:ext cx="1328497" cy="3405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900" dirty="0"/>
              <a:t>record_properties_num</a:t>
            </a:r>
            <a:endParaRPr kumimoji="1" lang="zh-TW" altLang="en-US" sz="900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88E4509-B6D1-B649-98E0-1AFAE04FF78A}"/>
              </a:ext>
            </a:extLst>
          </p:cNvPr>
          <p:cNvSpPr/>
          <p:nvPr/>
        </p:nvSpPr>
        <p:spPr>
          <a:xfrm>
            <a:off x="6968487" y="3772444"/>
            <a:ext cx="2987028" cy="21796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block_data[BLOCK_DATA_SIZE]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95955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BB29E958-A2CE-EB47-8429-BDD00B67D849}"/>
              </a:ext>
            </a:extLst>
          </p:cNvPr>
          <p:cNvSpPr/>
          <p:nvPr/>
        </p:nvSpPr>
        <p:spPr>
          <a:xfrm>
            <a:off x="5876913" y="3614200"/>
            <a:ext cx="3763192" cy="31638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1315ED-2C96-7147-99F7-182CE52056AF}"/>
              </a:ext>
            </a:extLst>
          </p:cNvPr>
          <p:cNvSpPr/>
          <p:nvPr/>
        </p:nvSpPr>
        <p:spPr>
          <a:xfrm>
            <a:off x="600549" y="110102"/>
            <a:ext cx="3763192" cy="31638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A7EA85-0768-E545-A1DE-5471BE540401}"/>
              </a:ext>
            </a:extLst>
          </p:cNvPr>
          <p:cNvSpPr/>
          <p:nvPr/>
        </p:nvSpPr>
        <p:spPr>
          <a:xfrm>
            <a:off x="988631" y="913354"/>
            <a:ext cx="2987028" cy="21796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2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2FFBCE8-4F3E-4C47-9DE7-A7D76C849EFA}"/>
              </a:ext>
            </a:extLst>
          </p:cNvPr>
          <p:cNvSpPr txBox="1"/>
          <p:nvPr/>
        </p:nvSpPr>
        <p:spPr>
          <a:xfrm>
            <a:off x="1875312" y="597470"/>
            <a:ext cx="121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800" dirty="0"/>
              <a:t>block_data</a:t>
            </a:r>
            <a:endParaRPr kumimoji="1" lang="zh-TW" altLang="en-US" sz="18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A0BD1C-57CC-A24C-9FDA-3DC477E28308}"/>
              </a:ext>
            </a:extLst>
          </p:cNvPr>
          <p:cNvSpPr/>
          <p:nvPr/>
        </p:nvSpPr>
        <p:spPr>
          <a:xfrm>
            <a:off x="1478845" y="1044044"/>
            <a:ext cx="2006600" cy="355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db_record_properties_1</a:t>
            </a:r>
            <a:endParaRPr kumimoji="1" lang="zh-TW" altLang="en-US" sz="1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4EC85F-B5D8-274B-8197-DFA79B6B3AB6}"/>
              </a:ext>
            </a:extLst>
          </p:cNvPr>
          <p:cNvSpPr/>
          <p:nvPr/>
        </p:nvSpPr>
        <p:spPr>
          <a:xfrm>
            <a:off x="1478845" y="1402791"/>
            <a:ext cx="2006600" cy="355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db_record_1</a:t>
            </a:r>
            <a:endParaRPr kumimoji="1" lang="zh-TW" altLang="en-US" sz="12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BA86DF-5E8A-534E-B19D-DD814F08EFE6}"/>
              </a:ext>
            </a:extLst>
          </p:cNvPr>
          <p:cNvSpPr/>
          <p:nvPr/>
        </p:nvSpPr>
        <p:spPr>
          <a:xfrm>
            <a:off x="1478845" y="1766021"/>
            <a:ext cx="2006600" cy="355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db_record_properties_2</a:t>
            </a:r>
            <a:endParaRPr kumimoji="1" lang="zh-TW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CA6D3B-D985-254A-8193-9E73652A0652}"/>
              </a:ext>
            </a:extLst>
          </p:cNvPr>
          <p:cNvSpPr/>
          <p:nvPr/>
        </p:nvSpPr>
        <p:spPr>
          <a:xfrm>
            <a:off x="1478845" y="2119765"/>
            <a:ext cx="2006600" cy="816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db_record_2</a:t>
            </a:r>
            <a:endParaRPr kumimoji="1" lang="zh-TW" altLang="en-US" sz="1200" dirty="0"/>
          </a:p>
        </p:txBody>
      </p:sp>
      <p:sp>
        <p:nvSpPr>
          <p:cNvPr id="11" name="弧線 10">
            <a:extLst>
              <a:ext uri="{FF2B5EF4-FFF2-40B4-BE49-F238E27FC236}">
                <a16:creationId xmlns:a16="http://schemas.microsoft.com/office/drawing/2014/main" id="{6D04FD97-FCA1-F346-8212-58AC5EF1434C}"/>
              </a:ext>
            </a:extLst>
          </p:cNvPr>
          <p:cNvSpPr/>
          <p:nvPr/>
        </p:nvSpPr>
        <p:spPr>
          <a:xfrm>
            <a:off x="3709150" y="3262311"/>
            <a:ext cx="1309182" cy="576988"/>
          </a:xfrm>
          <a:prstGeom prst="arc">
            <a:avLst>
              <a:gd name="adj1" fmla="val 15571498"/>
              <a:gd name="adj2" fmla="val 5574005"/>
            </a:avLst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CDE275-8F7A-FD44-9045-5A9F9AF919FF}"/>
              </a:ext>
            </a:extLst>
          </p:cNvPr>
          <p:cNvSpPr/>
          <p:nvPr/>
        </p:nvSpPr>
        <p:spPr>
          <a:xfrm>
            <a:off x="600549" y="3614200"/>
            <a:ext cx="3763192" cy="31638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C5FAB95-4AC3-6C46-A08B-351606B0A209}"/>
              </a:ext>
            </a:extLst>
          </p:cNvPr>
          <p:cNvSpPr/>
          <p:nvPr/>
        </p:nvSpPr>
        <p:spPr>
          <a:xfrm>
            <a:off x="988631" y="4429121"/>
            <a:ext cx="2987028" cy="21796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2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D33A6EC-A708-BE49-85B6-180F895F8BFF}"/>
              </a:ext>
            </a:extLst>
          </p:cNvPr>
          <p:cNvSpPr txBox="1"/>
          <p:nvPr/>
        </p:nvSpPr>
        <p:spPr>
          <a:xfrm>
            <a:off x="1875312" y="4106101"/>
            <a:ext cx="121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800" dirty="0"/>
              <a:t>block_data</a:t>
            </a:r>
            <a:endParaRPr kumimoji="1" lang="zh-TW" altLang="en-US" sz="18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B68059-FAC7-6944-8FD4-00FFDE71D9F5}"/>
              </a:ext>
            </a:extLst>
          </p:cNvPr>
          <p:cNvSpPr/>
          <p:nvPr/>
        </p:nvSpPr>
        <p:spPr>
          <a:xfrm>
            <a:off x="1478845" y="4559811"/>
            <a:ext cx="2006600" cy="355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db_record_properties_3</a:t>
            </a:r>
            <a:endParaRPr kumimoji="1" lang="zh-TW" altLang="en-US" sz="12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114BD2-C280-AE4A-ACC4-ACB1FB02E2C7}"/>
              </a:ext>
            </a:extLst>
          </p:cNvPr>
          <p:cNvSpPr/>
          <p:nvPr/>
        </p:nvSpPr>
        <p:spPr>
          <a:xfrm>
            <a:off x="1478845" y="4911699"/>
            <a:ext cx="2006600" cy="5935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db_record_3</a:t>
            </a:r>
            <a:endParaRPr kumimoji="1" lang="zh-TW" altLang="en-US" sz="12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B37019-97DA-6047-AF0A-C873268BAD83}"/>
              </a:ext>
            </a:extLst>
          </p:cNvPr>
          <p:cNvSpPr/>
          <p:nvPr/>
        </p:nvSpPr>
        <p:spPr>
          <a:xfrm>
            <a:off x="1478845" y="5505232"/>
            <a:ext cx="2006600" cy="355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db_record_properties_4</a:t>
            </a:r>
            <a:endParaRPr kumimoji="1" lang="zh-TW" altLang="en-US" sz="12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B0A8ADF-D06F-614C-8DDC-B9E925487934}"/>
              </a:ext>
            </a:extLst>
          </p:cNvPr>
          <p:cNvSpPr/>
          <p:nvPr/>
        </p:nvSpPr>
        <p:spPr>
          <a:xfrm>
            <a:off x="1478845" y="5845451"/>
            <a:ext cx="2006600" cy="6052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db_record_4</a:t>
            </a:r>
            <a:endParaRPr kumimoji="1" lang="zh-TW" altLang="en-US" sz="12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5193226-F732-1749-AC90-FA2C5B74EC12}"/>
              </a:ext>
            </a:extLst>
          </p:cNvPr>
          <p:cNvSpPr/>
          <p:nvPr/>
        </p:nvSpPr>
        <p:spPr>
          <a:xfrm>
            <a:off x="5876913" y="98433"/>
            <a:ext cx="3763192" cy="31638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F85653-95D8-4C42-BF70-107F979B4CA8}"/>
              </a:ext>
            </a:extLst>
          </p:cNvPr>
          <p:cNvSpPr/>
          <p:nvPr/>
        </p:nvSpPr>
        <p:spPr>
          <a:xfrm>
            <a:off x="6264995" y="913354"/>
            <a:ext cx="2987028" cy="21796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2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04A5C578-1EFB-2044-AF94-200C1F572441}"/>
              </a:ext>
            </a:extLst>
          </p:cNvPr>
          <p:cNvSpPr txBox="1"/>
          <p:nvPr/>
        </p:nvSpPr>
        <p:spPr>
          <a:xfrm>
            <a:off x="7151676" y="597470"/>
            <a:ext cx="121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800" dirty="0"/>
              <a:t>block_data</a:t>
            </a:r>
            <a:endParaRPr kumimoji="1" lang="zh-TW" altLang="en-US" sz="18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E2A1E65-D84D-854B-BE0C-3A77B8FFB72C}"/>
              </a:ext>
            </a:extLst>
          </p:cNvPr>
          <p:cNvSpPr/>
          <p:nvPr/>
        </p:nvSpPr>
        <p:spPr>
          <a:xfrm>
            <a:off x="6755209" y="1044044"/>
            <a:ext cx="2006600" cy="355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db_record_properties_1</a:t>
            </a:r>
            <a:endParaRPr kumimoji="1" lang="zh-TW" altLang="en-US" sz="12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CB67D8A-4F90-B749-AB53-2BDC665672EE}"/>
              </a:ext>
            </a:extLst>
          </p:cNvPr>
          <p:cNvSpPr/>
          <p:nvPr/>
        </p:nvSpPr>
        <p:spPr>
          <a:xfrm>
            <a:off x="6755209" y="1402790"/>
            <a:ext cx="2006600" cy="5836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db_record_1</a:t>
            </a:r>
            <a:endParaRPr kumimoji="1" lang="zh-TW" altLang="en-US" sz="12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AA746A3-0728-8641-BC02-73A338211C2F}"/>
              </a:ext>
            </a:extLst>
          </p:cNvPr>
          <p:cNvSpPr/>
          <p:nvPr/>
        </p:nvSpPr>
        <p:spPr>
          <a:xfrm>
            <a:off x="6755209" y="1986447"/>
            <a:ext cx="2006600" cy="355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db_record_properties_2</a:t>
            </a:r>
            <a:endParaRPr kumimoji="1" lang="zh-TW" altLang="en-US" sz="12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AA7426-C39D-7D48-AD6E-ED1BB7C8963D}"/>
              </a:ext>
            </a:extLst>
          </p:cNvPr>
          <p:cNvSpPr/>
          <p:nvPr/>
        </p:nvSpPr>
        <p:spPr>
          <a:xfrm>
            <a:off x="6755209" y="2338335"/>
            <a:ext cx="2006600" cy="68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db_record_2</a:t>
            </a:r>
            <a:endParaRPr kumimoji="1" lang="zh-TW" altLang="en-US" sz="1200" dirty="0"/>
          </a:p>
        </p:txBody>
      </p:sp>
      <p:sp>
        <p:nvSpPr>
          <p:cNvPr id="26" name="弧線 25">
            <a:extLst>
              <a:ext uri="{FF2B5EF4-FFF2-40B4-BE49-F238E27FC236}">
                <a16:creationId xmlns:a16="http://schemas.microsoft.com/office/drawing/2014/main" id="{BDEE3768-6854-DA41-B077-1B6F26D25530}"/>
              </a:ext>
            </a:extLst>
          </p:cNvPr>
          <p:cNvSpPr/>
          <p:nvPr/>
        </p:nvSpPr>
        <p:spPr>
          <a:xfrm>
            <a:off x="8985514" y="3262311"/>
            <a:ext cx="1309182" cy="576988"/>
          </a:xfrm>
          <a:prstGeom prst="arc">
            <a:avLst>
              <a:gd name="adj1" fmla="val 15571498"/>
              <a:gd name="adj2" fmla="val 5574005"/>
            </a:avLst>
          </a:prstGeom>
          <a:ln w="12700">
            <a:prstDash val="lg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14F896F-BB32-BD43-942A-A5C0E675AEC5}"/>
              </a:ext>
            </a:extLst>
          </p:cNvPr>
          <p:cNvSpPr/>
          <p:nvPr/>
        </p:nvSpPr>
        <p:spPr>
          <a:xfrm>
            <a:off x="6264995" y="4429121"/>
            <a:ext cx="2987028" cy="21796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2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FA8BAB0-4383-8F4E-BE01-F129937B0DF5}"/>
              </a:ext>
            </a:extLst>
          </p:cNvPr>
          <p:cNvSpPr txBox="1"/>
          <p:nvPr/>
        </p:nvSpPr>
        <p:spPr>
          <a:xfrm>
            <a:off x="7151676" y="4106101"/>
            <a:ext cx="121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800" dirty="0"/>
              <a:t>block_data</a:t>
            </a:r>
            <a:endParaRPr kumimoji="1" lang="zh-TW" altLang="en-US" sz="18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6622BF3-CB7B-3140-8817-21ED76B62C9D}"/>
              </a:ext>
            </a:extLst>
          </p:cNvPr>
          <p:cNvSpPr/>
          <p:nvPr/>
        </p:nvSpPr>
        <p:spPr>
          <a:xfrm>
            <a:off x="6755209" y="4602606"/>
            <a:ext cx="2006600" cy="687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db_record_2</a:t>
            </a:r>
            <a:br>
              <a:rPr kumimoji="1" lang="en-US" altLang="zh-TW" sz="1200" dirty="0"/>
            </a:br>
            <a:r>
              <a:rPr kumimoji="1" lang="en-US" altLang="zh-TW" sz="1200" dirty="0"/>
              <a:t>(cont.)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00392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3446EB-A568-794D-AD60-7ABE26389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db_block_properties and db_record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E3CDA8-6044-C843-90F8-90A1B7706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db_block_properties is inseparable.</a:t>
            </a:r>
            <a:r>
              <a:rPr lang="zh-TW" altLang="en-US" dirty="0"/>
              <a:t> </a:t>
            </a:r>
            <a:r>
              <a:rPr lang="en-US" altLang="zh-TW" dirty="0"/>
              <a:t>A db_block_properties can not be separate into two blocks. If the remaining memory space is not enough for a db_block_properties, it will be stored in the next block.</a:t>
            </a:r>
          </a:p>
          <a:p>
            <a:r>
              <a:rPr lang="en-US" altLang="zh-TW" dirty="0"/>
              <a:t>db_record is separable. If the remaining memory space in a db_block is not enough for a db_record, the db_record will be separated into two parts, one will be stored in the original db_block, the other one will be stored in the next db_block.  (if next db_block is not enough, it will separate again and repeat this rule)</a:t>
            </a:r>
          </a:p>
        </p:txBody>
      </p:sp>
    </p:spTree>
    <p:extLst>
      <p:ext uri="{BB962C8B-B14F-4D97-AF65-F5344CB8AC3E}">
        <p14:creationId xmlns:p14="http://schemas.microsoft.com/office/powerpoint/2010/main" val="4053759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711EA75-B891-7E48-8B6C-66FF68492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812926"/>
              </p:ext>
            </p:extLst>
          </p:nvPr>
        </p:nvGraphicFramePr>
        <p:xfrm>
          <a:off x="446569" y="1974481"/>
          <a:ext cx="5160334" cy="2404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334">
                  <a:extLst>
                    <a:ext uri="{9D8B030D-6E8A-4147-A177-3AD203B41FA5}">
                      <a16:colId xmlns:a16="http://schemas.microsoft.com/office/drawing/2014/main" val="2892173362"/>
                    </a:ext>
                  </a:extLst>
                </a:gridCol>
              </a:tblGrid>
              <a:tr h="345781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In-memory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A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db_set_info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 matches to a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db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 set file.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245819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FILE</a:t>
                      </a:r>
                      <a:r>
                        <a:rPr lang="en-US" altLang="zh-TW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*file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288796"/>
                  </a:ext>
                </a:extLst>
              </a:tr>
              <a:tr h="55299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Index file description pointer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769303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DB_SET_PROPERTIES_T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db_set_properties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579583"/>
                  </a:ext>
                </a:extLst>
              </a:tr>
              <a:tr h="58064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Store the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db_set_properties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 read from the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 set file.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835423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7A40A76B-D490-C049-83B7-9FB1179AC301}"/>
              </a:ext>
            </a:extLst>
          </p:cNvPr>
          <p:cNvSpPr txBox="1"/>
          <p:nvPr/>
        </p:nvSpPr>
        <p:spPr>
          <a:xfrm>
            <a:off x="2164960" y="1477925"/>
            <a:ext cx="172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DB_SET_INFO_T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8C4CCFB-485B-8549-8F0E-1AC24D0D2826}"/>
              </a:ext>
            </a:extLst>
          </p:cNvPr>
          <p:cNvSpPr txBox="1"/>
          <p:nvPr/>
        </p:nvSpPr>
        <p:spPr>
          <a:xfrm>
            <a:off x="7885850" y="1479475"/>
            <a:ext cx="2844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DB_SET_PROPERTIES_T</a:t>
            </a:r>
            <a:endParaRPr kumimoji="1" lang="zh-TW" altLang="en-US" dirty="0"/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09B7D0B2-BD1E-FB4D-A317-FE1F6DC59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044621"/>
              </p:ext>
            </p:extLst>
          </p:nvPr>
        </p:nvGraphicFramePr>
        <p:xfrm>
          <a:off x="6585098" y="1979329"/>
          <a:ext cx="5160334" cy="3973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334">
                  <a:extLst>
                    <a:ext uri="{9D8B030D-6E8A-4147-A177-3AD203B41FA5}">
                      <a16:colId xmlns:a16="http://schemas.microsoft.com/office/drawing/2014/main" val="3693041897"/>
                    </a:ext>
                  </a:extLst>
                </a:gridCol>
              </a:tblGrid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block_num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121133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of </a:t>
                      </a:r>
                      <a:r>
                        <a:rPr lang="en-US" altLang="zh-TW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r>
                        <a:rPr lang="en-US" altLang="zh-TW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blocks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717680"/>
                  </a:ext>
                </a:extLst>
              </a:tr>
              <a:tr h="4136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created_time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005338"/>
                  </a:ext>
                </a:extLst>
              </a:tr>
              <a:tr h="4136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modified_time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948639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valid_record_num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252850"/>
                  </a:ext>
                </a:extLst>
              </a:tr>
              <a:tr h="42931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Number of records in the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 set file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244783"/>
                  </a:ext>
                </a:extLst>
              </a:tr>
              <a:tr h="407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set_name_size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47767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bytes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809215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*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p_set_name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548506"/>
                  </a:ext>
                </a:extLst>
              </a:tr>
              <a:tr h="58064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Pointer, set name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Length: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set_name_size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828213"/>
                  </a:ext>
                </a:extLst>
              </a:tr>
            </a:tbl>
          </a:graphicData>
        </a:graphic>
      </p:graphicFrame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5DD5FD6F-A8E8-2C4D-857C-9769D79C193E}"/>
              </a:ext>
            </a:extLst>
          </p:cNvPr>
          <p:cNvCxnSpPr/>
          <p:nvPr/>
        </p:nvCxnSpPr>
        <p:spPr>
          <a:xfrm>
            <a:off x="5606903" y="3646967"/>
            <a:ext cx="97819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756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711EA75-B891-7E48-8B6C-66FF68492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823909"/>
              </p:ext>
            </p:extLst>
          </p:nvPr>
        </p:nvGraphicFramePr>
        <p:xfrm>
          <a:off x="494194" y="568910"/>
          <a:ext cx="5160334" cy="6025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334">
                  <a:extLst>
                    <a:ext uri="{9D8B030D-6E8A-4147-A177-3AD203B41FA5}">
                      <a16:colId xmlns:a16="http://schemas.microsoft.com/office/drawing/2014/main" val="2892173362"/>
                    </a:ext>
                  </a:extLst>
                </a:gridCol>
              </a:tblGrid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kumimoji="1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block_tag</a:t>
                      </a:r>
                      <a:endParaRPr lang="en-US" altLang="zh-TW" sz="16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245819"/>
                  </a:ext>
                </a:extLst>
              </a:tr>
              <a:tr h="50171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1-based number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0 is null.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305059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kumimoji="1" lang="en-US" altLang="zh-TW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data_tag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288796"/>
                  </a:ext>
                </a:extLst>
              </a:tr>
              <a:tr h="35606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600" dirty="0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1-based 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769303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kumimoji="1" lang="en-US" altLang="zh-TW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prev_block_tag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579583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TW" sz="1600" dirty="0"/>
                        <a:t>Last </a:t>
                      </a:r>
                      <a:r>
                        <a:rPr kumimoji="1" lang="en-US" altLang="zh-TW" sz="1600" dirty="0" err="1"/>
                        <a:t>db</a:t>
                      </a:r>
                      <a:r>
                        <a:rPr kumimoji="1" lang="en-US" altLang="zh-TW" sz="1600" dirty="0"/>
                        <a:t> block tag with same data_tag.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TW" sz="1600" dirty="0"/>
                        <a:t>It is used to link the </a:t>
                      </a:r>
                      <a:r>
                        <a:rPr kumimoji="1" lang="en-US" altLang="zh-TW" sz="1600" dirty="0" err="1"/>
                        <a:t>db</a:t>
                      </a:r>
                      <a:r>
                        <a:rPr kumimoji="1" lang="en-US" altLang="zh-TW" sz="1600" dirty="0"/>
                        <a:t> data.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835423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kumimoji="1" lang="en-US" altLang="zh-TW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next_block_tag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712015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Next </a:t>
                      </a:r>
                      <a:r>
                        <a:rPr kumimoji="1" lang="en-US" altLang="zh-TW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r>
                        <a:rPr kumimoji="1"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block tag with same data_tag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118460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kumimoji="1" lang="en-US" altLang="zh-TW" sz="16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created_time</a:t>
                      </a:r>
                      <a:endParaRPr kumimoji="1" lang="en-US" altLang="zh-TW" sz="16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727414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kumimoji="1" lang="en-US" altLang="zh-TW" sz="16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modified_time</a:t>
                      </a:r>
                      <a:endParaRPr kumimoji="1" lang="en-US" altLang="zh-TW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018083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uint32_t</a:t>
                      </a:r>
                      <a:r>
                        <a:rPr kumimoji="1" lang="en-US" altLang="zh-TW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deleted</a:t>
                      </a:r>
                      <a:endParaRPr kumimoji="1" lang="en-US" altLang="zh-TW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801086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kumimoji="1" lang="en-US" altLang="zh-TW" sz="16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valid_record_num</a:t>
                      </a:r>
                      <a:endParaRPr kumimoji="1" lang="en-US" altLang="zh-TW" sz="16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659517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Number of record of a data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All </a:t>
                      </a:r>
                      <a:r>
                        <a:rPr kumimoji="1" lang="en-US" altLang="zh-TW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r>
                        <a:rPr kumimoji="1"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blocks with the same data tag should keep the same number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333441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kumimoji="1" lang="en-US" altLang="zh-TW" sz="16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record_properties_num</a:t>
                      </a:r>
                      <a:endParaRPr kumimoji="1" lang="en-US" altLang="zh-TW" sz="16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861521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Number of record properties in the </a:t>
                      </a:r>
                      <a:r>
                        <a:rPr kumimoji="1" lang="en-US" altLang="zh-TW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r>
                        <a:rPr kumimoji="1"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block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35648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7A40A76B-D490-C049-83B7-9FB1179AC301}"/>
              </a:ext>
            </a:extLst>
          </p:cNvPr>
          <p:cNvSpPr txBox="1"/>
          <p:nvPr/>
        </p:nvSpPr>
        <p:spPr>
          <a:xfrm>
            <a:off x="2282436" y="199578"/>
            <a:ext cx="172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DB_BLOCK_T</a:t>
            </a:r>
            <a:endParaRPr kumimoji="1"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0309A01-73B4-1A4E-81C7-660DAC0C6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357185"/>
              </p:ext>
            </p:extLst>
          </p:nvPr>
        </p:nvGraphicFramePr>
        <p:xfrm>
          <a:off x="6537474" y="2667180"/>
          <a:ext cx="5160334" cy="836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334">
                  <a:extLst>
                    <a:ext uri="{9D8B030D-6E8A-4147-A177-3AD203B41FA5}">
                      <a16:colId xmlns:a16="http://schemas.microsoft.com/office/drawing/2014/main" val="2892173362"/>
                    </a:ext>
                  </a:extLst>
                </a:gridCol>
              </a:tblGrid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uint8_t </a:t>
                      </a:r>
                      <a:r>
                        <a:rPr kumimoji="1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block_data</a:t>
                      </a:r>
                      <a:r>
                        <a:rPr kumimoji="1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[</a:t>
                      </a:r>
                      <a:r>
                        <a:rPr kumimoji="1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DB_BLOCK_DATA_SIZE</a:t>
                      </a:r>
                      <a:r>
                        <a:rPr kumimoji="1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]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245819"/>
                  </a:ext>
                </a:extLst>
              </a:tr>
              <a:tr h="50171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Store </a:t>
                      </a:r>
                      <a:r>
                        <a:rPr kumimoji="1" lang="en-US" altLang="zh-TW" sz="1600" dirty="0" err="1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db</a:t>
                      </a:r>
                      <a:r>
                        <a:rPr kumimoji="1" lang="en-US" altLang="zh-TW" sz="1600" dirty="0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 record properties and records.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305059"/>
                  </a:ext>
                </a:extLst>
              </a:tr>
            </a:tbl>
          </a:graphicData>
        </a:graphic>
      </p:graphicFrame>
      <p:cxnSp>
        <p:nvCxnSpPr>
          <p:cNvPr id="6" name="肘形接點 5">
            <a:extLst>
              <a:ext uri="{FF2B5EF4-FFF2-40B4-BE49-F238E27FC236}">
                <a16:creationId xmlns:a16="http://schemas.microsoft.com/office/drawing/2014/main" id="{E7FC379D-5971-3B47-898B-22BD895FADFB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rot="5400000" flipH="1" flipV="1">
            <a:off x="4132465" y="1609076"/>
            <a:ext cx="3927071" cy="6043280"/>
          </a:xfrm>
          <a:prstGeom prst="bentConnector5">
            <a:avLst>
              <a:gd name="adj1" fmla="val -3638"/>
              <a:gd name="adj2" fmla="val 50000"/>
              <a:gd name="adj3" fmla="val 105821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892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711EA75-B891-7E48-8B6C-66FF68492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875891"/>
              </p:ext>
            </p:extLst>
          </p:nvPr>
        </p:nvGraphicFramePr>
        <p:xfrm>
          <a:off x="446569" y="1315259"/>
          <a:ext cx="516033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334">
                  <a:extLst>
                    <a:ext uri="{9D8B030D-6E8A-4147-A177-3AD203B41FA5}">
                      <a16:colId xmlns:a16="http://schemas.microsoft.com/office/drawing/2014/main" val="2892173362"/>
                    </a:ext>
                  </a:extLst>
                </a:gridCol>
              </a:tblGrid>
              <a:tr h="29046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In-memory structure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226728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kumimoji="1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record_num</a:t>
                      </a:r>
                      <a:endParaRPr lang="en-US" altLang="zh-TW" sz="16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245819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DB_RECORD_INFO_T </a:t>
                      </a:r>
                      <a:r>
                        <a:rPr kumimoji="1" lang="en-US" altLang="zh-TW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</a:t>
                      </a:r>
                      <a:r>
                        <a:rPr kumimoji="1" lang="en-US" altLang="zh-TW" sz="16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p_db_record_info</a:t>
                      </a:r>
                      <a:endParaRPr kumimoji="1" lang="en-US" altLang="zh-TW" sz="16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288796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7A40A76B-D490-C049-83B7-9FB1179AC301}"/>
              </a:ext>
            </a:extLst>
          </p:cNvPr>
          <p:cNvSpPr txBox="1"/>
          <p:nvPr/>
        </p:nvSpPr>
        <p:spPr>
          <a:xfrm>
            <a:off x="2021246" y="818703"/>
            <a:ext cx="2010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DB_DATA_INFO_T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8C4CCFB-485B-8549-8F0E-1AC24D0D2826}"/>
              </a:ext>
            </a:extLst>
          </p:cNvPr>
          <p:cNvSpPr txBox="1"/>
          <p:nvPr/>
        </p:nvSpPr>
        <p:spPr>
          <a:xfrm>
            <a:off x="8016061" y="818703"/>
            <a:ext cx="229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DB_RECORD_INFO_T</a:t>
            </a:r>
            <a:endParaRPr kumimoji="1" lang="zh-TW" altLang="en-US" dirty="0"/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09B7D0B2-BD1E-FB4D-A317-FE1F6DC59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242769"/>
              </p:ext>
            </p:extLst>
          </p:nvPr>
        </p:nvGraphicFramePr>
        <p:xfrm>
          <a:off x="6585098" y="1320107"/>
          <a:ext cx="5160334" cy="206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334">
                  <a:extLst>
                    <a:ext uri="{9D8B030D-6E8A-4147-A177-3AD203B41FA5}">
                      <a16:colId xmlns:a16="http://schemas.microsoft.com/office/drawing/2014/main" val="3693041897"/>
                    </a:ext>
                  </a:extLst>
                </a:gridCol>
              </a:tblGrid>
              <a:tr h="345781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In-memory structure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354794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DB_RECORD_PROPERTIES_T</a:t>
                      </a:r>
                      <a:r>
                        <a:rPr kumimoji="1" lang="en-US" altLang="zh-TW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1" lang="en-US" altLang="zh-TW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db_record_peroperties</a:t>
                      </a:r>
                      <a:endParaRPr kumimoji="1" lang="en-US" altLang="zh-TW" sz="16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121133"/>
                  </a:ext>
                </a:extLst>
              </a:tr>
              <a:tr h="388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DB_RECORD_T </a:t>
                      </a:r>
                      <a:r>
                        <a:rPr kumimoji="1" lang="en-US" altLang="zh-TW" sz="16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db_record</a:t>
                      </a:r>
                      <a:endParaRPr kumimoji="1" lang="en-US" altLang="zh-TW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005338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kern="1200" dirty="0" err="1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off_t</a:t>
                      </a:r>
                      <a:r>
                        <a:rPr kumimoji="1" lang="en-US" altLang="zh-TW" sz="160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1" lang="en-US" altLang="zh-TW" sz="16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db_record_properties_offset</a:t>
                      </a:r>
                      <a:endParaRPr kumimoji="1" lang="en-US" altLang="zh-TW" sz="16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581296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600" dirty="0"/>
                        <a:t>The offset value from the block data starting address to the record properties address.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252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2290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711EA75-B891-7E48-8B6C-66FF68492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20167"/>
              </p:ext>
            </p:extLst>
          </p:nvPr>
        </p:nvGraphicFramePr>
        <p:xfrm>
          <a:off x="446569" y="1315259"/>
          <a:ext cx="516033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334">
                  <a:extLst>
                    <a:ext uri="{9D8B030D-6E8A-4147-A177-3AD203B41FA5}">
                      <a16:colId xmlns:a16="http://schemas.microsoft.com/office/drawing/2014/main" val="2892173362"/>
                    </a:ext>
                  </a:extLst>
                </a:gridCol>
              </a:tblGrid>
              <a:tr h="29046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key-value pair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14895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void </a:t>
                      </a:r>
                      <a:r>
                        <a:rPr kumimoji="1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*key</a:t>
                      </a:r>
                      <a:endParaRPr lang="en-US" altLang="zh-TW" sz="16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245819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 </a:t>
                      </a:r>
                      <a:r>
                        <a:rPr kumimoji="1" lang="en-US" altLang="zh-TW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288796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7A40A76B-D490-C049-83B7-9FB1179AC301}"/>
              </a:ext>
            </a:extLst>
          </p:cNvPr>
          <p:cNvSpPr txBox="1"/>
          <p:nvPr/>
        </p:nvSpPr>
        <p:spPr>
          <a:xfrm>
            <a:off x="2164961" y="818703"/>
            <a:ext cx="172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DB_RECORD_T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8C4CCFB-485B-8549-8F0E-1AC24D0D2826}"/>
              </a:ext>
            </a:extLst>
          </p:cNvPr>
          <p:cNvSpPr txBox="1"/>
          <p:nvPr/>
        </p:nvSpPr>
        <p:spPr>
          <a:xfrm>
            <a:off x="7930336" y="818703"/>
            <a:ext cx="2842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DB_RECORD_PROPERTIES_T</a:t>
            </a:r>
            <a:endParaRPr kumimoji="1" lang="zh-TW" altLang="en-US" dirty="0"/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09B7D0B2-BD1E-FB4D-A317-FE1F6DC59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344733"/>
              </p:ext>
            </p:extLst>
          </p:nvPr>
        </p:nvGraphicFramePr>
        <p:xfrm>
          <a:off x="6585098" y="1320107"/>
          <a:ext cx="5160334" cy="3198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334">
                  <a:extLst>
                    <a:ext uri="{9D8B030D-6E8A-4147-A177-3AD203B41FA5}">
                      <a16:colId xmlns:a16="http://schemas.microsoft.com/office/drawing/2014/main" val="3693041897"/>
                    </a:ext>
                  </a:extLst>
                </a:gridCol>
              </a:tblGrid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uint32_t</a:t>
                      </a:r>
                      <a:r>
                        <a:rPr kumimoji="1" lang="en-US" altLang="zh-TW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1" lang="en-US" altLang="zh-TW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deleted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121133"/>
                  </a:ext>
                </a:extLst>
              </a:tr>
              <a:tr h="3724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kumimoji="1" lang="en-US" altLang="zh-TW" sz="16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key_size</a:t>
                      </a:r>
                      <a:endParaRPr kumimoji="1" lang="en-US" altLang="zh-TW" sz="16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005338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600" dirty="0"/>
                        <a:t>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252850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en-US" altLang="zh-TW" sz="160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kumimoji="1" lang="en-US" altLang="zh-TW" sz="16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value_size</a:t>
                      </a:r>
                      <a:endParaRPr kumimoji="1" lang="en-US" altLang="zh-TW" sz="16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959913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600" dirty="0"/>
                        <a:t>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581532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en-US" altLang="zh-TW" sz="160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union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FACILEDB_RECORD_VALUE_TYPE_E</a:t>
                      </a: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16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record_value_type</a:t>
                      </a:r>
                      <a:endParaRPr kumimoji="1" lang="en-US" altLang="zh-TW" sz="16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uint32_t</a:t>
                      </a:r>
                      <a:r>
                        <a:rPr kumimoji="1" lang="en-US" altLang="zh-TW" sz="1600" dirty="0"/>
                        <a:t> </a:t>
                      </a:r>
                      <a:r>
                        <a:rPr kumimoji="1" lang="en-US" altLang="zh-TW" sz="16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record_value_type_32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331607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600" dirty="0"/>
                        <a:t>To keep the size in 32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067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535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711EA75-B891-7E48-8B6C-66FF68492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595476"/>
              </p:ext>
            </p:extLst>
          </p:nvPr>
        </p:nvGraphicFramePr>
        <p:xfrm>
          <a:off x="446569" y="1315259"/>
          <a:ext cx="516033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334">
                  <a:extLst>
                    <a:ext uri="{9D8B030D-6E8A-4147-A177-3AD203B41FA5}">
                      <a16:colId xmlns:a16="http://schemas.microsoft.com/office/drawing/2014/main" val="2892173362"/>
                    </a:ext>
                  </a:extLst>
                </a:gridCol>
              </a:tblGrid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kumimoji="1" lang="en-US" altLang="zh-TW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record_num</a:t>
                      </a:r>
                      <a:endParaRPr lang="en-US" altLang="zh-TW" sz="16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245819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FACILEDB_RECORD_T </a:t>
                      </a:r>
                      <a:r>
                        <a:rPr kumimoji="1" lang="en-US" altLang="zh-TW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</a:t>
                      </a:r>
                      <a:r>
                        <a:rPr kumimoji="1" lang="en-US" altLang="zh-TW" sz="16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p_data_records</a:t>
                      </a:r>
                      <a:endParaRPr kumimoji="1" lang="en-US" altLang="zh-TW" sz="16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288796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TW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Array of FACILEDB_RECORD_T structure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030041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7A40A76B-D490-C049-83B7-9FB1179AC301}"/>
              </a:ext>
            </a:extLst>
          </p:cNvPr>
          <p:cNvSpPr txBox="1"/>
          <p:nvPr/>
        </p:nvSpPr>
        <p:spPr>
          <a:xfrm>
            <a:off x="2037529" y="818703"/>
            <a:ext cx="1978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FACILEDB_DATA_T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8C4CCFB-485B-8549-8F0E-1AC24D0D2826}"/>
              </a:ext>
            </a:extLst>
          </p:cNvPr>
          <p:cNvSpPr txBox="1"/>
          <p:nvPr/>
        </p:nvSpPr>
        <p:spPr>
          <a:xfrm>
            <a:off x="7930336" y="818703"/>
            <a:ext cx="2842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FACILEDB_RECORD_T</a:t>
            </a:r>
            <a:endParaRPr kumimoji="1" lang="zh-TW" altLang="en-US" dirty="0"/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09B7D0B2-BD1E-FB4D-A317-FE1F6DC59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366108"/>
              </p:ext>
            </p:extLst>
          </p:nvPr>
        </p:nvGraphicFramePr>
        <p:xfrm>
          <a:off x="6585098" y="1320107"/>
          <a:ext cx="5160334" cy="2852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334">
                  <a:extLst>
                    <a:ext uri="{9D8B030D-6E8A-4147-A177-3AD203B41FA5}">
                      <a16:colId xmlns:a16="http://schemas.microsoft.com/office/drawing/2014/main" val="3693041897"/>
                    </a:ext>
                  </a:extLst>
                </a:gridCol>
              </a:tblGrid>
              <a:tr h="3724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kumimoji="1" lang="en-US" altLang="zh-TW" sz="16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key_size</a:t>
                      </a:r>
                      <a:endParaRPr kumimoji="1" lang="en-US" altLang="zh-TW" sz="16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005338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600" dirty="0"/>
                        <a:t>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252850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en-US" altLang="zh-TW" sz="160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kumimoji="1" lang="en-US" altLang="zh-TW" sz="16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value_size</a:t>
                      </a:r>
                      <a:endParaRPr kumimoji="1" lang="en-US" altLang="zh-TW" sz="16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959913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600" dirty="0"/>
                        <a:t>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581532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en-US" altLang="zh-TW" sz="160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union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FACILEDB_RECORD_VALUE_TYPE_E</a:t>
                      </a: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16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record_value_type</a:t>
                      </a:r>
                      <a:endParaRPr kumimoji="1" lang="en-US" altLang="zh-TW" sz="16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kern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uint32_t</a:t>
                      </a:r>
                      <a:r>
                        <a:rPr kumimoji="1" lang="en-US" altLang="zh-TW" sz="1600" dirty="0"/>
                        <a:t> </a:t>
                      </a:r>
                      <a:r>
                        <a:rPr kumimoji="1" lang="en-US" altLang="zh-TW" sz="16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record_value_type_32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331607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600" dirty="0"/>
                        <a:t>To keep the size in 32 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067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092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AA660B-A8BD-724E-BEC8-797162E06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API</a:t>
            </a:r>
            <a:endParaRPr kumimoji="1"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354EAB78-9C6C-2249-B11C-87602C2CFE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6010120"/>
              </p:ext>
            </p:extLst>
          </p:nvPr>
        </p:nvGraphicFramePr>
        <p:xfrm>
          <a:off x="838200" y="1825625"/>
          <a:ext cx="105156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809">
                  <a:extLst>
                    <a:ext uri="{9D8B030D-6E8A-4147-A177-3AD203B41FA5}">
                      <a16:colId xmlns:a16="http://schemas.microsoft.com/office/drawing/2014/main" val="2370484634"/>
                    </a:ext>
                  </a:extLst>
                </a:gridCol>
                <a:gridCol w="7823791">
                  <a:extLst>
                    <a:ext uri="{9D8B030D-6E8A-4147-A177-3AD203B41FA5}">
                      <a16:colId xmlns:a16="http://schemas.microsoft.com/office/drawing/2014/main" val="187251636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void </a:t>
                      </a:r>
                      <a:r>
                        <a:rPr lang="en-US" altLang="zh-TW" sz="1800" b="0" kern="1200" dirty="0" err="1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FacileDB_Api_Init</a:t>
                      </a: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(char *</a:t>
                      </a:r>
                      <a:r>
                        <a:rPr lang="en-US" altLang="zh-TW" sz="1800" b="0" kern="1200" dirty="0" err="1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p_db_directory_path</a:t>
                      </a: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73998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cs typeface="Consolas" panose="020B0609020204030204" pitchFamily="49" charset="0"/>
                        </a:rPr>
                        <a:t>Initialize the </a:t>
                      </a:r>
                      <a:r>
                        <a:rPr lang="en-US" altLang="zh-TW" dirty="0" err="1">
                          <a:latin typeface="+mn-lt"/>
                          <a:cs typeface="Consolas" panose="020B0609020204030204" pitchFamily="49" charset="0"/>
                        </a:rPr>
                        <a:t>FacileDB</a:t>
                      </a:r>
                      <a:r>
                        <a:rPr lang="en-US" altLang="zh-TW" dirty="0">
                          <a:latin typeface="+mn-lt"/>
                          <a:cs typeface="Consolas" panose="020B0609020204030204" pitchFamily="49" charset="0"/>
                        </a:rPr>
                        <a:t> directory.</a:t>
                      </a:r>
                      <a:endParaRPr lang="zh-TW" altLang="en-US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052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p_db_directory_path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+mn-lt"/>
                          <a:cs typeface="Consolas" panose="020B0609020204030204" pitchFamily="49" charset="0"/>
                        </a:rPr>
                        <a:t>The pointer of the directory path.</a:t>
                      </a:r>
                    </a:p>
                    <a:p>
                      <a:r>
                        <a:rPr lang="en-US" altLang="zh-TW" sz="1800" dirty="0">
                          <a:latin typeface="+mn-lt"/>
                          <a:cs typeface="Consolas" panose="020B0609020204030204" pitchFamily="49" charset="0"/>
                        </a:rPr>
                        <a:t>If the path doesn’t exist, it will be auto created.</a:t>
                      </a:r>
                      <a:endParaRPr lang="zh-TW" altLang="en-US" sz="180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755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4543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AA660B-A8BD-724E-BEC8-797162E06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API</a:t>
            </a:r>
            <a:endParaRPr kumimoji="1"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354EAB78-9C6C-2249-B11C-87602C2CFE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7424028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3704846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void </a:t>
                      </a:r>
                      <a:r>
                        <a:rPr lang="en-US" altLang="zh-TW" sz="1800" b="0" kern="1200" dirty="0" err="1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FacileDB_Api_Close</a:t>
                      </a: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739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Close the current </a:t>
                      </a:r>
                      <a:r>
                        <a:rPr lang="en-US" altLang="zh-TW" dirty="0" err="1"/>
                        <a:t>FacileDB</a:t>
                      </a:r>
                      <a:r>
                        <a:rPr lang="en-US" altLang="zh-TW" dirty="0"/>
                        <a:t> set.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052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387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AA660B-A8BD-724E-BEC8-797162E06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API</a:t>
            </a:r>
            <a:endParaRPr kumimoji="1"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354EAB78-9C6C-2249-B11C-87602C2CFE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3849996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809">
                  <a:extLst>
                    <a:ext uri="{9D8B030D-6E8A-4147-A177-3AD203B41FA5}">
                      <a16:colId xmlns:a16="http://schemas.microsoft.com/office/drawing/2014/main" val="2370484634"/>
                    </a:ext>
                  </a:extLst>
                </a:gridCol>
                <a:gridCol w="7823791">
                  <a:extLst>
                    <a:ext uri="{9D8B030D-6E8A-4147-A177-3AD203B41FA5}">
                      <a16:colId xmlns:a16="http://schemas.microsoft.com/office/drawing/2014/main" val="187251636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bool </a:t>
                      </a:r>
                      <a:r>
                        <a:rPr lang="en-US" altLang="zh-TW" sz="1800" b="0" kern="1200" dirty="0" err="1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FacileDB_Api_Check_Set_Exist</a:t>
                      </a: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(char *</a:t>
                      </a:r>
                      <a:r>
                        <a:rPr lang="en-US" altLang="zh-TW" sz="1800" b="0" kern="1200" dirty="0" err="1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p_db_set_name</a:t>
                      </a: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73998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dirty="0"/>
                        <a:t>Query index key file exists or not.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052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p_db_set_name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Pointer of the </a:t>
                      </a:r>
                      <a:r>
                        <a:rPr lang="en-US" altLang="zh-TW" dirty="0" err="1"/>
                        <a:t>Faciledb</a:t>
                      </a:r>
                      <a:r>
                        <a:rPr lang="en-US" altLang="zh-TW" dirty="0"/>
                        <a:t> set name string.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755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219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AA660B-A8BD-724E-BEC8-797162E06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API</a:t>
            </a:r>
            <a:endParaRPr kumimoji="1"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354EAB78-9C6C-2249-B11C-87602C2CFE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5286203"/>
              </p:ext>
            </p:extLst>
          </p:nvPr>
        </p:nvGraphicFramePr>
        <p:xfrm>
          <a:off x="838200" y="1825625"/>
          <a:ext cx="10515600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809">
                  <a:extLst>
                    <a:ext uri="{9D8B030D-6E8A-4147-A177-3AD203B41FA5}">
                      <a16:colId xmlns:a16="http://schemas.microsoft.com/office/drawing/2014/main" val="2370484634"/>
                    </a:ext>
                  </a:extLst>
                </a:gridCol>
                <a:gridCol w="7823791">
                  <a:extLst>
                    <a:ext uri="{9D8B030D-6E8A-4147-A177-3AD203B41FA5}">
                      <a16:colId xmlns:a16="http://schemas.microsoft.com/office/drawing/2014/main" val="187251636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lang="en-US" altLang="zh-TW" sz="1800" b="0" kern="1200" dirty="0" err="1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FacileDB_Api_</a:t>
                      </a:r>
                      <a:r>
                        <a:rPr lang="en-US" altLang="zh-TW" sz="1800" b="0" kern="1200" err="1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Insert</a:t>
                      </a:r>
                      <a:r>
                        <a:rPr lang="en-US" altLang="zh-TW" sz="1800" b="0" kern="120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_Data </a:t>
                      </a: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char *</a:t>
                      </a:r>
                      <a:r>
                        <a:rPr lang="en-US" altLang="zh-TW" sz="1800" b="0" kern="1200" dirty="0" err="1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p_db_set_name</a:t>
                      </a: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FACILEDB_DATA_T *</a:t>
                      </a:r>
                      <a:r>
                        <a:rPr lang="en-US" altLang="zh-TW" sz="1800" b="0" kern="1200" dirty="0" err="1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p_faciledb_data</a:t>
                      </a:r>
                      <a:endParaRPr lang="en-US" altLang="zh-TW" sz="1800" b="0" kern="1200" dirty="0">
                        <a:solidFill>
                          <a:schemeClr val="lt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73998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cs typeface="Consolas" panose="020B0609020204030204" pitchFamily="49" charset="0"/>
                        </a:rPr>
                        <a:t>Insert an element into the </a:t>
                      </a:r>
                      <a:r>
                        <a:rPr lang="en-US" altLang="zh-TW" dirty="0" err="1">
                          <a:latin typeface="+mn-lt"/>
                          <a:cs typeface="Consolas" panose="020B0609020204030204" pitchFamily="49" charset="0"/>
                        </a:rPr>
                        <a:t>Faciledb</a:t>
                      </a:r>
                      <a:r>
                        <a:rPr lang="en-US" altLang="zh-TW" dirty="0">
                          <a:latin typeface="+mn-lt"/>
                          <a:cs typeface="Consolas" panose="020B0609020204030204" pitchFamily="49" charset="0"/>
                        </a:rPr>
                        <a:t> set.</a:t>
                      </a:r>
                      <a:endParaRPr lang="zh-TW" altLang="en-US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052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p_db_set_name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Pointer of the </a:t>
                      </a:r>
                      <a:r>
                        <a:rPr lang="en-US" altLang="zh-TW" dirty="0" err="1"/>
                        <a:t>FacileDB</a:t>
                      </a:r>
                      <a:r>
                        <a:rPr lang="en-US" altLang="zh-TW" dirty="0"/>
                        <a:t> set name string.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755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p_faciledb_data</a:t>
                      </a:r>
                      <a:endParaRPr lang="en-US" altLang="zh-TW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+mn-lt"/>
                          <a:cs typeface="Consolas" panose="020B0609020204030204" pitchFamily="49" charset="0"/>
                        </a:rPr>
                        <a:t>Pointer of the </a:t>
                      </a:r>
                      <a:r>
                        <a:rPr lang="en-US" altLang="zh-TW" sz="1800" dirty="0" err="1">
                          <a:latin typeface="+mn-lt"/>
                          <a:cs typeface="Consolas" panose="020B0609020204030204" pitchFamily="49" charset="0"/>
                        </a:rPr>
                        <a:t>FacileDB</a:t>
                      </a:r>
                      <a:r>
                        <a:rPr lang="en-US" altLang="zh-TW" sz="1800" dirty="0">
                          <a:latin typeface="+mn-lt"/>
                          <a:cs typeface="Consolas" panose="020B0609020204030204" pitchFamily="49" charset="0"/>
                        </a:rPr>
                        <a:t> data.</a:t>
                      </a:r>
                      <a:endParaRPr lang="zh-TW" altLang="en-US" sz="180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350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459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AA660B-A8BD-724E-BEC8-797162E06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API</a:t>
            </a:r>
            <a:endParaRPr kumimoji="1"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354EAB78-9C6C-2249-B11C-87602C2CFE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914425"/>
              </p:ext>
            </p:extLst>
          </p:nvPr>
        </p:nvGraphicFramePr>
        <p:xfrm>
          <a:off x="838200" y="1825625"/>
          <a:ext cx="10515600" cy="29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809">
                  <a:extLst>
                    <a:ext uri="{9D8B030D-6E8A-4147-A177-3AD203B41FA5}">
                      <a16:colId xmlns:a16="http://schemas.microsoft.com/office/drawing/2014/main" val="2370484634"/>
                    </a:ext>
                  </a:extLst>
                </a:gridCol>
                <a:gridCol w="7823791">
                  <a:extLst>
                    <a:ext uri="{9D8B030D-6E8A-4147-A177-3AD203B41FA5}">
                      <a16:colId xmlns:a16="http://schemas.microsoft.com/office/drawing/2014/main" val="187251636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FACILEDB_DATA_T *</a:t>
                      </a:r>
                      <a:r>
                        <a:rPr lang="en-US" altLang="zh-TW" sz="1800" b="0" kern="1200" dirty="0" err="1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FacileDB_Api_Search_Equal</a:t>
                      </a: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(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char *</a:t>
                      </a:r>
                      <a:r>
                        <a:rPr lang="en-US" altLang="zh-TW" sz="1800" b="0" kern="1200" dirty="0" err="1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p_db_set_name</a:t>
                      </a: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FACILEDB_RECORD_T *</a:t>
                      </a:r>
                      <a:r>
                        <a:rPr lang="en-US" altLang="zh-TW" sz="1800" b="0" kern="1200" dirty="0" err="1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p_faciledb_record</a:t>
                      </a: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uint32_t *</a:t>
                      </a:r>
                      <a:r>
                        <a:rPr lang="en-US" altLang="zh-TW" sz="1800" b="0" kern="1200" dirty="0" err="1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p_faciledb_data_num</a:t>
                      </a:r>
                      <a:endParaRPr lang="en-US" altLang="zh-TW" sz="1800" b="0" kern="1200" dirty="0">
                        <a:solidFill>
                          <a:schemeClr val="lt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73998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+mn-lt"/>
                          <a:cs typeface="Consolas" panose="020B0609020204030204" pitchFamily="49" charset="0"/>
                        </a:rPr>
                        <a:t>Search the matched data and return the result array pointer.</a:t>
                      </a:r>
                      <a:endParaRPr lang="zh-TW" altLang="en-US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052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p_db_set_name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Pointer of the </a:t>
                      </a:r>
                      <a:r>
                        <a:rPr lang="en-US" altLang="zh-TW" dirty="0" err="1"/>
                        <a:t>FacileDB</a:t>
                      </a:r>
                      <a:r>
                        <a:rPr lang="en-US" altLang="zh-TW" dirty="0"/>
                        <a:t> set name string.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755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lang="en-US" altLang="zh-TW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p_faciledb_record</a:t>
                      </a:r>
                      <a:endParaRPr lang="en-US" altLang="zh-TW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+mn-lt"/>
                          <a:cs typeface="Consolas" panose="020B0609020204030204" pitchFamily="49" charset="0"/>
                        </a:rPr>
                        <a:t>Pointer of the target </a:t>
                      </a:r>
                      <a:r>
                        <a:rPr lang="en-US" altLang="zh-TW" sz="1800" dirty="0" err="1">
                          <a:latin typeface="+mn-lt"/>
                          <a:cs typeface="Consolas" panose="020B0609020204030204" pitchFamily="49" charset="0"/>
                        </a:rPr>
                        <a:t>Faciledb</a:t>
                      </a:r>
                      <a:r>
                        <a:rPr lang="en-US" altLang="zh-TW" sz="1800" dirty="0">
                          <a:latin typeface="+mn-lt"/>
                          <a:cs typeface="Consolas" panose="020B0609020204030204" pitchFamily="49" charset="0"/>
                        </a:rPr>
                        <a:t> record.</a:t>
                      </a:r>
                      <a:endParaRPr lang="zh-TW" altLang="en-US" sz="180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350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lang="en-US" altLang="zh-TW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p_faciledb_data_num</a:t>
                      </a:r>
                      <a:endParaRPr lang="en-US" altLang="zh-TW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+mn-lt"/>
                          <a:cs typeface="Consolas" panose="020B0609020204030204" pitchFamily="49" charset="0"/>
                        </a:rPr>
                        <a:t>Result array size (number of FACILEDB_DATA_T elements)</a:t>
                      </a:r>
                      <a:endParaRPr lang="zh-TW" altLang="en-US" sz="180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134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584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BFF18B4-C8AA-C444-B289-EDDF8147E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INDEX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28979DB-F57E-4D46-A455-DCC506184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780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>
            <a:extLst>
              <a:ext uri="{FF2B5EF4-FFF2-40B4-BE49-F238E27FC236}">
                <a16:creationId xmlns:a16="http://schemas.microsoft.com/office/drawing/2014/main" id="{20CEEF5B-DC9D-E042-BD82-74AC45107731}"/>
              </a:ext>
            </a:extLst>
          </p:cNvPr>
          <p:cNvGrpSpPr/>
          <p:nvPr/>
        </p:nvGrpSpPr>
        <p:grpSpPr>
          <a:xfrm>
            <a:off x="567827" y="1963531"/>
            <a:ext cx="4775521" cy="3066879"/>
            <a:chOff x="0" y="2632813"/>
            <a:chExt cx="4775521" cy="3066879"/>
          </a:xfrm>
        </p:grpSpPr>
        <p:pic>
          <p:nvPicPr>
            <p:cNvPr id="1026" name="Picture 2" descr="Folder Icon Template Design Vector Graphic by zAe · Creative Fabrica">
              <a:extLst>
                <a:ext uri="{FF2B5EF4-FFF2-40B4-BE49-F238E27FC236}">
                  <a16:creationId xmlns:a16="http://schemas.microsoft.com/office/drawing/2014/main" id="{F14AFED0-19B3-064D-B9AE-7A05B49273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01073"/>
              <a:ext cx="4775521" cy="2898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圖形 6" descr="文件 以實心填滿">
              <a:extLst>
                <a:ext uri="{FF2B5EF4-FFF2-40B4-BE49-F238E27FC236}">
                  <a16:creationId xmlns:a16="http://schemas.microsoft.com/office/drawing/2014/main" id="{DC5F2B45-AEE9-ED4D-8A6F-B74E008A6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10701" y="3645286"/>
              <a:ext cx="914400" cy="914400"/>
            </a:xfrm>
            <a:prstGeom prst="rect">
              <a:avLst/>
            </a:prstGeom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E069690B-FFEA-364F-8606-F8F56D082F34}"/>
                </a:ext>
              </a:extLst>
            </p:cNvPr>
            <p:cNvSpPr txBox="1"/>
            <p:nvPr/>
          </p:nvSpPr>
          <p:spPr>
            <a:xfrm>
              <a:off x="1560427" y="2632813"/>
              <a:ext cx="1618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/>
                <a:t>Index Directory</a:t>
              </a:r>
              <a:endParaRPr kumimoji="1" lang="zh-TW" altLang="en-US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49660ECE-ABDF-5249-B079-B80161107426}"/>
                </a:ext>
              </a:extLst>
            </p:cNvPr>
            <p:cNvSpPr txBox="1"/>
            <p:nvPr/>
          </p:nvSpPr>
          <p:spPr>
            <a:xfrm>
              <a:off x="1055801" y="4507601"/>
              <a:ext cx="13321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/>
                <a:t>index_file_1</a:t>
              </a:r>
              <a:endParaRPr kumimoji="1" lang="zh-TW" altLang="en-US" dirty="0"/>
            </a:p>
          </p:txBody>
        </p:sp>
        <p:pic>
          <p:nvPicPr>
            <p:cNvPr id="11" name="圖形 10" descr="文件 以實心填滿">
              <a:extLst>
                <a:ext uri="{FF2B5EF4-FFF2-40B4-BE49-F238E27FC236}">
                  <a16:creationId xmlns:a16="http://schemas.microsoft.com/office/drawing/2014/main" id="{D66EAAC7-7D50-5E49-8C65-F11C26C23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97311" y="3642762"/>
              <a:ext cx="914400" cy="914400"/>
            </a:xfrm>
            <a:prstGeom prst="rect">
              <a:avLst/>
            </a:prstGeom>
          </p:spPr>
        </p:pic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CC989861-B20E-DB49-BA4E-E256E8203F78}"/>
                </a:ext>
              </a:extLst>
            </p:cNvPr>
            <p:cNvSpPr txBox="1"/>
            <p:nvPr/>
          </p:nvSpPr>
          <p:spPr>
            <a:xfrm>
              <a:off x="2342411" y="4505077"/>
              <a:ext cx="13321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dirty="0"/>
                <a:t>index_file_2</a:t>
              </a:r>
              <a:endParaRPr kumimoji="1" lang="zh-TW" altLang="en-US" dirty="0"/>
            </a:p>
          </p:txBody>
        </p:sp>
      </p:grpSp>
      <p:sp>
        <p:nvSpPr>
          <p:cNvPr id="32" name="剪去並圓角化單一角落矩形 31">
            <a:extLst>
              <a:ext uri="{FF2B5EF4-FFF2-40B4-BE49-F238E27FC236}">
                <a16:creationId xmlns:a16="http://schemas.microsoft.com/office/drawing/2014/main" id="{4C98077D-46A1-0842-A76E-FA896CB83E1D}"/>
              </a:ext>
            </a:extLst>
          </p:cNvPr>
          <p:cNvSpPr/>
          <p:nvPr/>
        </p:nvSpPr>
        <p:spPr>
          <a:xfrm>
            <a:off x="6629958" y="1374493"/>
            <a:ext cx="3981691" cy="4109013"/>
          </a:xfrm>
          <a:prstGeom prst="snipRoundRect">
            <a:avLst>
              <a:gd name="adj1" fmla="val 0"/>
              <a:gd name="adj2" fmla="val 12016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DE3BB466-F967-B94B-8108-D4F0C7B580DC}"/>
              </a:ext>
            </a:extLst>
          </p:cNvPr>
          <p:cNvSpPr txBox="1"/>
          <p:nvPr/>
        </p:nvSpPr>
        <p:spPr>
          <a:xfrm>
            <a:off x="8039454" y="937190"/>
            <a:ext cx="1077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Index File</a:t>
            </a:r>
            <a:endParaRPr kumimoji="1" lang="zh-TW" altLang="en-US" dirty="0"/>
          </a:p>
        </p:txBody>
      </p:sp>
      <p:sp>
        <p:nvSpPr>
          <p:cNvPr id="34" name="剪去單一角落矩形 33">
            <a:extLst>
              <a:ext uri="{FF2B5EF4-FFF2-40B4-BE49-F238E27FC236}">
                <a16:creationId xmlns:a16="http://schemas.microsoft.com/office/drawing/2014/main" id="{6172A50A-4083-744B-BF70-B44E4ABB18F5}"/>
              </a:ext>
            </a:extLst>
          </p:cNvPr>
          <p:cNvSpPr/>
          <p:nvPr/>
        </p:nvSpPr>
        <p:spPr>
          <a:xfrm>
            <a:off x="6707721" y="1510437"/>
            <a:ext cx="3763192" cy="823448"/>
          </a:xfrm>
          <a:prstGeom prst="snip1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INDEX_PROPERTIES</a:t>
            </a:r>
            <a:endParaRPr kumimoji="1" lang="zh-TW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D19A78F-DA47-DD41-9920-843EEDC4FFD1}"/>
              </a:ext>
            </a:extLst>
          </p:cNvPr>
          <p:cNvSpPr/>
          <p:nvPr/>
        </p:nvSpPr>
        <p:spPr>
          <a:xfrm>
            <a:off x="6707721" y="2393890"/>
            <a:ext cx="3763192" cy="6962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INDEX_NODE</a:t>
            </a:r>
            <a:br>
              <a:rPr kumimoji="1" lang="en-US" altLang="zh-TW" dirty="0"/>
            </a:br>
            <a:r>
              <a:rPr kumimoji="1" lang="en-US" altLang="zh-TW" dirty="0"/>
              <a:t>(tag: 1)</a:t>
            </a:r>
            <a:endParaRPr kumimoji="1" lang="zh-TW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3C02F6C-3F32-3D4E-981F-0CF4834914E1}"/>
              </a:ext>
            </a:extLst>
          </p:cNvPr>
          <p:cNvSpPr/>
          <p:nvPr/>
        </p:nvSpPr>
        <p:spPr>
          <a:xfrm>
            <a:off x="6707721" y="3158146"/>
            <a:ext cx="3763192" cy="6962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INDEX_NODE</a:t>
            </a:r>
            <a:br>
              <a:rPr kumimoji="1" lang="en-US" altLang="zh-TW" dirty="0"/>
            </a:br>
            <a:r>
              <a:rPr kumimoji="1" lang="en-US" altLang="zh-TW" dirty="0"/>
              <a:t>(tag: 2)</a:t>
            </a:r>
            <a:endParaRPr kumimoji="1"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AC49A04-817F-0149-8254-57D32992C521}"/>
              </a:ext>
            </a:extLst>
          </p:cNvPr>
          <p:cNvSpPr/>
          <p:nvPr/>
        </p:nvSpPr>
        <p:spPr>
          <a:xfrm>
            <a:off x="6707721" y="3922402"/>
            <a:ext cx="3763192" cy="6962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INDEX_NODE</a:t>
            </a:r>
            <a:br>
              <a:rPr kumimoji="1" lang="en-US" altLang="zh-TW" dirty="0"/>
            </a:br>
            <a:r>
              <a:rPr kumimoji="1" lang="en-US" altLang="zh-TW" dirty="0"/>
              <a:t>(tag: 3)</a:t>
            </a:r>
            <a:endParaRPr kumimoji="1"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A46BE7A-76D5-CD4D-BE8B-EC80D986498C}"/>
              </a:ext>
            </a:extLst>
          </p:cNvPr>
          <p:cNvSpPr txBox="1"/>
          <p:nvPr/>
        </p:nvSpPr>
        <p:spPr>
          <a:xfrm>
            <a:off x="8502059" y="4836429"/>
            <a:ext cx="461665" cy="36644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zh-TW" dirty="0"/>
              <a:t>..…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6162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711EA75-B891-7E48-8B6C-66FF68492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192866"/>
              </p:ext>
            </p:extLst>
          </p:nvPr>
        </p:nvGraphicFramePr>
        <p:xfrm>
          <a:off x="446569" y="1974481"/>
          <a:ext cx="5160334" cy="2404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334">
                  <a:extLst>
                    <a:ext uri="{9D8B030D-6E8A-4147-A177-3AD203B41FA5}">
                      <a16:colId xmlns:a16="http://schemas.microsoft.com/office/drawing/2014/main" val="2892173362"/>
                    </a:ext>
                  </a:extLst>
                </a:gridCol>
              </a:tblGrid>
              <a:tr h="345781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In-memory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An index_info matches to an index file.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245819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FILE</a:t>
                      </a:r>
                      <a:r>
                        <a:rPr lang="en-US" altLang="zh-TW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*index_file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288796"/>
                  </a:ext>
                </a:extLst>
              </a:tr>
              <a:tr h="55299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Index file description pointer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769303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INDEX_PROPERTIES_T 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index_properties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579583"/>
                  </a:ext>
                </a:extLst>
              </a:tr>
              <a:tr h="58064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Store the index_properties read from the index file.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835423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7A40A76B-D490-C049-83B7-9FB1179AC301}"/>
              </a:ext>
            </a:extLst>
          </p:cNvPr>
          <p:cNvSpPr txBox="1"/>
          <p:nvPr/>
        </p:nvSpPr>
        <p:spPr>
          <a:xfrm>
            <a:off x="2164960" y="1477925"/>
            <a:ext cx="172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INDEX_INFO_T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8C4CCFB-485B-8549-8F0E-1AC24D0D2826}"/>
              </a:ext>
            </a:extLst>
          </p:cNvPr>
          <p:cNvSpPr txBox="1"/>
          <p:nvPr/>
        </p:nvSpPr>
        <p:spPr>
          <a:xfrm>
            <a:off x="8016062" y="1477925"/>
            <a:ext cx="229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INDEX_ROPERTIES_T</a:t>
            </a:r>
            <a:endParaRPr kumimoji="1" lang="zh-TW" altLang="en-US" dirty="0"/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09B7D0B2-BD1E-FB4D-A317-FE1F6DC59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448440"/>
              </p:ext>
            </p:extLst>
          </p:nvPr>
        </p:nvGraphicFramePr>
        <p:xfrm>
          <a:off x="6585098" y="1979329"/>
          <a:ext cx="5160334" cy="3560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334">
                  <a:extLst>
                    <a:ext uri="{9D8B030D-6E8A-4147-A177-3AD203B41FA5}">
                      <a16:colId xmlns:a16="http://schemas.microsoft.com/office/drawing/2014/main" val="3693041897"/>
                    </a:ext>
                  </a:extLst>
                </a:gridCol>
              </a:tblGrid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tag_num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121133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tag_num == max(tag)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717680"/>
                  </a:ext>
                </a:extLst>
              </a:tr>
              <a:tr h="4136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root_tag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005338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INDEX_ID_TYPE_E 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index_id_type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252850"/>
                  </a:ext>
                </a:extLst>
              </a:tr>
              <a:tr h="42931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Index_id_type is registered in the “index_id_type_table”.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244783"/>
                  </a:ext>
                </a:extLst>
              </a:tr>
              <a:tr h="407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key_size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47767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bytes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809215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uint8_t </a:t>
                      </a:r>
                      <a:r>
                        <a:rPr lang="en-US" altLang="zh-TW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p_key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548506"/>
                  </a:ext>
                </a:extLst>
              </a:tr>
              <a:tr h="58064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Pointer, index key name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Length: key_size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828213"/>
                  </a:ext>
                </a:extLst>
              </a:tr>
            </a:tbl>
          </a:graphicData>
        </a:graphic>
      </p:graphicFrame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5DD5FD6F-A8E8-2C4D-857C-9769D79C193E}"/>
              </a:ext>
            </a:extLst>
          </p:cNvPr>
          <p:cNvCxnSpPr/>
          <p:nvPr/>
        </p:nvCxnSpPr>
        <p:spPr>
          <a:xfrm>
            <a:off x="5606903" y="3646967"/>
            <a:ext cx="97819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786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711EA75-B891-7E48-8B6C-66FF68492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240316"/>
              </p:ext>
            </p:extLst>
          </p:nvPr>
        </p:nvGraphicFramePr>
        <p:xfrm>
          <a:off x="446569" y="1315259"/>
          <a:ext cx="5160334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334">
                  <a:extLst>
                    <a:ext uri="{9D8B030D-6E8A-4147-A177-3AD203B41FA5}">
                      <a16:colId xmlns:a16="http://schemas.microsoft.com/office/drawing/2014/main" val="2892173362"/>
                    </a:ext>
                  </a:extLst>
                </a:gridCol>
              </a:tblGrid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kumimoji="1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50000"/>
                            </a:prstClr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tag</a:t>
                      </a:r>
                      <a:endParaRPr lang="en-US" altLang="zh-TW" sz="16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245819"/>
                  </a:ext>
                </a:extLst>
              </a:tr>
              <a:tr h="50171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1-based number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0 is undefined.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305059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kumimoji="1" lang="en-US" altLang="zh-TW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level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288796"/>
                  </a:ext>
                </a:extLst>
              </a:tr>
              <a:tr h="50171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600" dirty="0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0-base number, leaf node level is 0.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600" dirty="0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Parent node level = child node level + 1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769303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kumimoji="1" lang="en-US" altLang="zh-TW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length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579583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TW" sz="1600" dirty="0"/>
                        <a:t>Max: INDEX_ORDER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835423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kumimoji="1" lang="en-US" altLang="zh-TW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parent_tag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712015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kumimoji="1" lang="en-US" altLang="zh-TW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next_tag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727414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kumimoji="1" lang="en-US" altLang="zh-TW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child_tag</a:t>
                      </a:r>
                      <a:r>
                        <a:rPr kumimoji="1" lang="en-US" altLang="zh-TW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</a:t>
                      </a: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INDEX_CHILD_TAG_ORDER</a:t>
                      </a:r>
                      <a:r>
                        <a:rPr kumimoji="1" lang="en-US" altLang="zh-TW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018083"/>
                  </a:ext>
                </a:extLst>
              </a:tr>
              <a:tr h="71296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600" dirty="0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INDEX_CHILD_TAG_ORDER: definition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600" dirty="0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INDEX_ORDER + 1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400" dirty="0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Element[</a:t>
                      </a:r>
                      <a:r>
                        <a:rPr kumimoji="1" lang="en-US" altLang="zh-TW" sz="1400" dirty="0" err="1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1" lang="en-US" altLang="zh-TW" sz="1400" dirty="0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 -1] &lt;= Elements of the child_tag[</a:t>
                      </a:r>
                      <a:r>
                        <a:rPr kumimoji="1" lang="en-US" altLang="zh-TW" sz="1400" dirty="0" err="1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1" lang="en-US" altLang="zh-TW" sz="1400" dirty="0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] &lt;= Element[</a:t>
                      </a:r>
                      <a:r>
                        <a:rPr kumimoji="1" lang="en-US" altLang="zh-TW" sz="1400" dirty="0" err="1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1" lang="en-US" altLang="zh-TW" sz="1400" dirty="0">
                          <a:solidFill>
                            <a:schemeClr val="tx1"/>
                          </a:solidFill>
                          <a:cs typeface="Consolas" panose="020B0609020204030204" pitchFamily="49" charset="0"/>
                        </a:rPr>
                        <a:t>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648337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INDEX_ELEMENT_T </a:t>
                      </a:r>
                      <a:r>
                        <a:rPr kumimoji="1" lang="en-US" altLang="zh-TW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elements</a:t>
                      </a:r>
                      <a:r>
                        <a:rPr kumimoji="1" lang="en-US" altLang="zh-TW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</a:t>
                      </a: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INDEX_ORDER</a:t>
                      </a:r>
                      <a:r>
                        <a:rPr kumimoji="1" lang="en-US" altLang="zh-TW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801086"/>
                  </a:ext>
                </a:extLst>
              </a:tr>
              <a:tr h="290469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TW" sz="1600" dirty="0">
                          <a:cs typeface="Consolas" panose="020B0609020204030204" pitchFamily="49" charset="0"/>
                        </a:rPr>
                        <a:t>INDEX_ORDER: definition, numbers of element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00563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7A40A76B-D490-C049-83B7-9FB1179AC301}"/>
              </a:ext>
            </a:extLst>
          </p:cNvPr>
          <p:cNvSpPr txBox="1"/>
          <p:nvPr/>
        </p:nvSpPr>
        <p:spPr>
          <a:xfrm>
            <a:off x="2164961" y="818703"/>
            <a:ext cx="172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INDEX_NODE_T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8C4CCFB-485B-8549-8F0E-1AC24D0D2826}"/>
              </a:ext>
            </a:extLst>
          </p:cNvPr>
          <p:cNvSpPr txBox="1"/>
          <p:nvPr/>
        </p:nvSpPr>
        <p:spPr>
          <a:xfrm>
            <a:off x="8016061" y="818703"/>
            <a:ext cx="229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INDEX_ELEMENT_T</a:t>
            </a:r>
            <a:endParaRPr kumimoji="1" lang="zh-TW" altLang="en-US" dirty="0"/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09B7D0B2-BD1E-FB4D-A317-FE1F6DC59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371978"/>
              </p:ext>
            </p:extLst>
          </p:nvPr>
        </p:nvGraphicFramePr>
        <p:xfrm>
          <a:off x="6585098" y="1320107"/>
          <a:ext cx="5160334" cy="2300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334">
                  <a:extLst>
                    <a:ext uri="{9D8B030D-6E8A-4147-A177-3AD203B41FA5}">
                      <a16:colId xmlns:a16="http://schemas.microsoft.com/office/drawing/2014/main" val="3693041897"/>
                    </a:ext>
                  </a:extLst>
                </a:gridCol>
              </a:tblGrid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b="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</a:t>
                      </a:r>
                      <a:r>
                        <a:rPr kumimoji="1" lang="en-US" altLang="zh-TW" sz="16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1" lang="en-US" altLang="zh-TW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*p_index_id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121133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600" dirty="0"/>
                        <a:t>Dynamic allocate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600" dirty="0"/>
                        <a:t>Length: registered size in index_id type table.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600" dirty="0"/>
                        <a:t>Compare function is registered in index_id table.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717680"/>
                  </a:ext>
                </a:extLst>
              </a:tr>
              <a:tr h="5529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uint8_t </a:t>
                      </a:r>
                      <a:r>
                        <a:rPr kumimoji="1" lang="en-US" altLang="zh-TW" sz="1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index_payload</a:t>
                      </a:r>
                      <a:r>
                        <a:rPr kumimoji="1" lang="en-US" altLang="zh-TW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</a:t>
                      </a:r>
                      <a:r>
                        <a:rPr kumimoji="1" lang="en-US" altLang="zh-TW" sz="16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INDEX_PAYLOAD_SIZE</a:t>
                      </a:r>
                      <a:r>
                        <a:rPr kumimoji="1" lang="en-US" altLang="zh-TW" sz="16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005338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600" dirty="0"/>
                        <a:t>Static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zh-TW" sz="1600" dirty="0"/>
                        <a:t>INDEX_PAYLOAD_SIZE: definition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252850"/>
                  </a:ext>
                </a:extLst>
              </a:tr>
            </a:tbl>
          </a:graphicData>
        </a:graphic>
      </p:graphicFrame>
      <p:cxnSp>
        <p:nvCxnSpPr>
          <p:cNvPr id="22" name="肘形接點 21">
            <a:extLst>
              <a:ext uri="{FF2B5EF4-FFF2-40B4-BE49-F238E27FC236}">
                <a16:creationId xmlns:a16="http://schemas.microsoft.com/office/drawing/2014/main" id="{2F7C25FA-77F7-CD41-93D1-47BCA01FA686}"/>
              </a:ext>
            </a:extLst>
          </p:cNvPr>
          <p:cNvCxnSpPr/>
          <p:nvPr/>
        </p:nvCxnSpPr>
        <p:spPr>
          <a:xfrm flipV="1">
            <a:off x="5606903" y="2147776"/>
            <a:ext cx="990000" cy="3708000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204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C8306853-AE05-A84A-80CB-CC75F899B989}"/>
                  </a:ext>
                </a:extLst>
              </p:cNvPr>
              <p:cNvSpPr/>
              <p:nvPr/>
            </p:nvSpPr>
            <p:spPr>
              <a:xfrm>
                <a:off x="1690938" y="6137025"/>
                <a:ext cx="1692227" cy="3693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/>
                  <a:t>elements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kumimoji="1" lang="en-US" altLang="zh-TW" dirty="0"/>
                  <a:t> [0]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C8306853-AE05-A84A-80CB-CC75F899B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0938" y="6137025"/>
                <a:ext cx="1692227" cy="369332"/>
              </a:xfrm>
              <a:prstGeom prst="rect">
                <a:avLst/>
              </a:prstGeom>
              <a:blipFill>
                <a:blip r:embed="rId2"/>
                <a:stretch>
                  <a:fillRect t="-3226" b="-258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id="{EC07E691-3731-3D4E-813C-DDCCD7F5C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Index Node</a:t>
            </a:r>
            <a:endParaRPr kumimoji="1" lang="zh-TW" altLang="en-US" dirty="0"/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EB939EB7-2DD7-1144-9BD8-4D48C2AA99C9}"/>
              </a:ext>
            </a:extLst>
          </p:cNvPr>
          <p:cNvGrpSpPr/>
          <p:nvPr/>
        </p:nvGrpSpPr>
        <p:grpSpPr>
          <a:xfrm>
            <a:off x="2957403" y="4943753"/>
            <a:ext cx="3567324" cy="919729"/>
            <a:chOff x="3367932" y="3144957"/>
            <a:chExt cx="3567324" cy="91972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5495BFC-1E86-7140-A17D-08A4C38F0045}"/>
                </a:ext>
              </a:extLst>
            </p:cNvPr>
            <p:cNvSpPr/>
            <p:nvPr/>
          </p:nvSpPr>
          <p:spPr>
            <a:xfrm>
              <a:off x="3367932" y="3144957"/>
              <a:ext cx="3567324" cy="919729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0CC832D-2F69-0843-B26C-B9E482EC7D02}"/>
                </a:ext>
              </a:extLst>
            </p:cNvPr>
            <p:cNvSpPr/>
            <p:nvPr/>
          </p:nvSpPr>
          <p:spPr>
            <a:xfrm>
              <a:off x="3795816" y="3418510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AFCB12F-1A3C-E646-BA36-CE7B2933B6BA}"/>
                </a:ext>
              </a:extLst>
            </p:cNvPr>
            <p:cNvSpPr/>
            <p:nvPr/>
          </p:nvSpPr>
          <p:spPr>
            <a:xfrm>
              <a:off x="4381032" y="3418510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307B3A7-1901-F341-A42C-9593124C10DB}"/>
                </a:ext>
              </a:extLst>
            </p:cNvPr>
            <p:cNvSpPr/>
            <p:nvPr/>
          </p:nvSpPr>
          <p:spPr>
            <a:xfrm>
              <a:off x="4969296" y="3418510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F50CCEB-73E5-7741-8AF2-9F33D83DE9D7}"/>
                </a:ext>
              </a:extLst>
            </p:cNvPr>
            <p:cNvSpPr/>
            <p:nvPr/>
          </p:nvSpPr>
          <p:spPr>
            <a:xfrm>
              <a:off x="5557560" y="3418510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435E4BA-B71A-7947-A5B1-3D564D491519}"/>
                </a:ext>
              </a:extLst>
            </p:cNvPr>
            <p:cNvSpPr/>
            <p:nvPr/>
          </p:nvSpPr>
          <p:spPr>
            <a:xfrm>
              <a:off x="6145824" y="3418510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9EFDF19-6051-7744-840A-D79082BDF199}"/>
                </a:ext>
              </a:extLst>
            </p:cNvPr>
            <p:cNvSpPr/>
            <p:nvPr/>
          </p:nvSpPr>
          <p:spPr>
            <a:xfrm>
              <a:off x="4164624" y="3741598"/>
              <a:ext cx="219600" cy="21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D1C198A-6D10-C344-8F5D-0FD13B710963}"/>
                </a:ext>
              </a:extLst>
            </p:cNvPr>
            <p:cNvSpPr/>
            <p:nvPr/>
          </p:nvSpPr>
          <p:spPr>
            <a:xfrm>
              <a:off x="3571428" y="3741598"/>
              <a:ext cx="219600" cy="21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A611CC0-FA63-8F48-91AC-C92C5D149939}"/>
                </a:ext>
              </a:extLst>
            </p:cNvPr>
            <p:cNvSpPr/>
            <p:nvPr/>
          </p:nvSpPr>
          <p:spPr>
            <a:xfrm>
              <a:off x="4754124" y="3741598"/>
              <a:ext cx="219600" cy="21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60CD88F-1192-1540-89D2-E69A72DF7210}"/>
                </a:ext>
              </a:extLst>
            </p:cNvPr>
            <p:cNvSpPr/>
            <p:nvPr/>
          </p:nvSpPr>
          <p:spPr>
            <a:xfrm>
              <a:off x="5336724" y="3741598"/>
              <a:ext cx="219600" cy="21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E534F89-C198-C444-97B6-72DB3C60CB33}"/>
                </a:ext>
              </a:extLst>
            </p:cNvPr>
            <p:cNvSpPr/>
            <p:nvPr/>
          </p:nvSpPr>
          <p:spPr>
            <a:xfrm>
              <a:off x="5934204" y="3741598"/>
              <a:ext cx="219600" cy="21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8EEA20E-89AD-F441-AF5A-458E9AEF9ACE}"/>
                </a:ext>
              </a:extLst>
            </p:cNvPr>
            <p:cNvSpPr/>
            <p:nvPr/>
          </p:nvSpPr>
          <p:spPr>
            <a:xfrm>
              <a:off x="6517680" y="3741598"/>
              <a:ext cx="219600" cy="21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57" name="矩形 56">
            <a:extLst>
              <a:ext uri="{FF2B5EF4-FFF2-40B4-BE49-F238E27FC236}">
                <a16:creationId xmlns:a16="http://schemas.microsoft.com/office/drawing/2014/main" id="{F4BB219A-5E40-8448-B216-8860C2E8AB19}"/>
              </a:ext>
            </a:extLst>
          </p:cNvPr>
          <p:cNvSpPr/>
          <p:nvPr/>
        </p:nvSpPr>
        <p:spPr>
          <a:xfrm>
            <a:off x="4587421" y="2705626"/>
            <a:ext cx="307289" cy="307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9" name="直線箭頭接點 58">
            <a:extLst>
              <a:ext uri="{FF2B5EF4-FFF2-40B4-BE49-F238E27FC236}">
                <a16:creationId xmlns:a16="http://schemas.microsoft.com/office/drawing/2014/main" id="{F6C4CA38-898C-7742-9246-22A03D7097CC}"/>
              </a:ext>
            </a:extLst>
          </p:cNvPr>
          <p:cNvCxnSpPr>
            <a:cxnSpLocks/>
            <a:stCxn id="57" idx="2"/>
            <a:endCxn id="67" idx="0"/>
          </p:cNvCxnSpPr>
          <p:nvPr/>
        </p:nvCxnSpPr>
        <p:spPr>
          <a:xfrm flipH="1">
            <a:off x="3441320" y="3012915"/>
            <a:ext cx="1299746" cy="678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箭頭接點 59">
            <a:extLst>
              <a:ext uri="{FF2B5EF4-FFF2-40B4-BE49-F238E27FC236}">
                <a16:creationId xmlns:a16="http://schemas.microsoft.com/office/drawing/2014/main" id="{097C4459-CD21-FE40-92FE-871177AC6030}"/>
              </a:ext>
            </a:extLst>
          </p:cNvPr>
          <p:cNvCxnSpPr>
            <a:cxnSpLocks/>
            <a:stCxn id="57" idx="2"/>
            <a:endCxn id="66" idx="0"/>
          </p:cNvCxnSpPr>
          <p:nvPr/>
        </p:nvCxnSpPr>
        <p:spPr>
          <a:xfrm flipH="1">
            <a:off x="4066579" y="3012915"/>
            <a:ext cx="674487" cy="678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B95FE6FA-E94F-EA46-8196-BFD96C547AF6}"/>
              </a:ext>
            </a:extLst>
          </p:cNvPr>
          <p:cNvSpPr/>
          <p:nvPr/>
        </p:nvSpPr>
        <p:spPr>
          <a:xfrm>
            <a:off x="4538193" y="3691443"/>
            <a:ext cx="307289" cy="307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53FAD66-149C-1944-8494-EE1B91A6C8DF}"/>
              </a:ext>
            </a:extLst>
          </p:cNvPr>
          <p:cNvSpPr/>
          <p:nvPr/>
        </p:nvSpPr>
        <p:spPr>
          <a:xfrm>
            <a:off x="5163452" y="3693921"/>
            <a:ext cx="307289" cy="307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91BB150-FC83-8A41-BB16-EA683E034493}"/>
              </a:ext>
            </a:extLst>
          </p:cNvPr>
          <p:cNvSpPr/>
          <p:nvPr/>
        </p:nvSpPr>
        <p:spPr>
          <a:xfrm>
            <a:off x="5788711" y="3691441"/>
            <a:ext cx="307289" cy="307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05EC71D-DB27-014E-BFE1-FDE0513BF200}"/>
              </a:ext>
            </a:extLst>
          </p:cNvPr>
          <p:cNvSpPr/>
          <p:nvPr/>
        </p:nvSpPr>
        <p:spPr>
          <a:xfrm>
            <a:off x="3912934" y="3691441"/>
            <a:ext cx="307289" cy="307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CE44879-B3F1-294D-AEDC-29626BBE1288}"/>
              </a:ext>
            </a:extLst>
          </p:cNvPr>
          <p:cNvSpPr/>
          <p:nvPr/>
        </p:nvSpPr>
        <p:spPr>
          <a:xfrm>
            <a:off x="3287675" y="3691441"/>
            <a:ext cx="307289" cy="307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0" name="直線箭頭接點 69">
            <a:extLst>
              <a:ext uri="{FF2B5EF4-FFF2-40B4-BE49-F238E27FC236}">
                <a16:creationId xmlns:a16="http://schemas.microsoft.com/office/drawing/2014/main" id="{CC69DA66-E7A9-AE45-8558-5E622300C645}"/>
              </a:ext>
            </a:extLst>
          </p:cNvPr>
          <p:cNvCxnSpPr>
            <a:cxnSpLocks/>
            <a:stCxn id="57" idx="2"/>
            <a:endCxn id="63" idx="0"/>
          </p:cNvCxnSpPr>
          <p:nvPr/>
        </p:nvCxnSpPr>
        <p:spPr>
          <a:xfrm flipH="1">
            <a:off x="4691838" y="3012915"/>
            <a:ext cx="49228" cy="678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箭頭接點 72">
            <a:extLst>
              <a:ext uri="{FF2B5EF4-FFF2-40B4-BE49-F238E27FC236}">
                <a16:creationId xmlns:a16="http://schemas.microsoft.com/office/drawing/2014/main" id="{728EDC01-6A2B-0044-AA9B-E9122E81D155}"/>
              </a:ext>
            </a:extLst>
          </p:cNvPr>
          <p:cNvCxnSpPr>
            <a:cxnSpLocks/>
            <a:stCxn id="57" idx="2"/>
            <a:endCxn id="64" idx="0"/>
          </p:cNvCxnSpPr>
          <p:nvPr/>
        </p:nvCxnSpPr>
        <p:spPr>
          <a:xfrm>
            <a:off x="4741066" y="3012915"/>
            <a:ext cx="576031" cy="681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箭頭接點 75">
            <a:extLst>
              <a:ext uri="{FF2B5EF4-FFF2-40B4-BE49-F238E27FC236}">
                <a16:creationId xmlns:a16="http://schemas.microsoft.com/office/drawing/2014/main" id="{B9EBA0EC-3075-AA4B-BC73-87728795D787}"/>
              </a:ext>
            </a:extLst>
          </p:cNvPr>
          <p:cNvCxnSpPr>
            <a:cxnSpLocks/>
            <a:stCxn id="57" idx="2"/>
            <a:endCxn id="65" idx="0"/>
          </p:cNvCxnSpPr>
          <p:nvPr/>
        </p:nvCxnSpPr>
        <p:spPr>
          <a:xfrm>
            <a:off x="4741066" y="3012915"/>
            <a:ext cx="1201290" cy="678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>
            <a:extLst>
              <a:ext uri="{FF2B5EF4-FFF2-40B4-BE49-F238E27FC236}">
                <a16:creationId xmlns:a16="http://schemas.microsoft.com/office/drawing/2014/main" id="{2DFDA0A5-D661-C74E-A7FD-94DCE274E5CF}"/>
              </a:ext>
            </a:extLst>
          </p:cNvPr>
          <p:cNvSpPr/>
          <p:nvPr/>
        </p:nvSpPr>
        <p:spPr>
          <a:xfrm>
            <a:off x="2140785" y="5292333"/>
            <a:ext cx="307289" cy="307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788F50B5-4A99-CA41-B6B4-9D406F0ED2E0}"/>
              </a:ext>
            </a:extLst>
          </p:cNvPr>
          <p:cNvSpPr txBox="1"/>
          <p:nvPr/>
        </p:nvSpPr>
        <p:spPr>
          <a:xfrm>
            <a:off x="2563890" y="5247979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:</a:t>
            </a:r>
            <a:endParaRPr kumimoji="1" lang="zh-TW" altLang="en-US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4A2B91C-4530-4C47-908D-826B3E3FB7D4}"/>
              </a:ext>
            </a:extLst>
          </p:cNvPr>
          <p:cNvSpPr/>
          <p:nvPr/>
        </p:nvSpPr>
        <p:spPr>
          <a:xfrm>
            <a:off x="8801458" y="3275355"/>
            <a:ext cx="307289" cy="307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617CE898-AA68-9F43-A073-D90E5F6EB05A}"/>
              </a:ext>
            </a:extLst>
          </p:cNvPr>
          <p:cNvSpPr txBox="1"/>
          <p:nvPr/>
        </p:nvSpPr>
        <p:spPr>
          <a:xfrm>
            <a:off x="9183175" y="3244333"/>
            <a:ext cx="1258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Index Node</a:t>
            </a:r>
            <a:endParaRPr kumimoji="1" lang="zh-TW" altLang="en-US" dirty="0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50759F9E-4E3E-864A-8C00-C53F01B76E56}"/>
              </a:ext>
            </a:extLst>
          </p:cNvPr>
          <p:cNvSpPr/>
          <p:nvPr/>
        </p:nvSpPr>
        <p:spPr>
          <a:xfrm>
            <a:off x="8801458" y="3804785"/>
            <a:ext cx="307289" cy="30728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F97A2815-A70F-544C-8E61-9EEACA4B0E0E}"/>
              </a:ext>
            </a:extLst>
          </p:cNvPr>
          <p:cNvSpPr txBox="1"/>
          <p:nvPr/>
        </p:nvSpPr>
        <p:spPr>
          <a:xfrm>
            <a:off x="9183175" y="3742742"/>
            <a:ext cx="1527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Index Element</a:t>
            </a:r>
            <a:endParaRPr kumimoji="1" lang="zh-TW" altLang="en-US" dirty="0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30659A20-3623-9641-8265-777CF5211E3F}"/>
              </a:ext>
            </a:extLst>
          </p:cNvPr>
          <p:cNvSpPr/>
          <p:nvPr/>
        </p:nvSpPr>
        <p:spPr>
          <a:xfrm>
            <a:off x="8801458" y="4334215"/>
            <a:ext cx="307288" cy="307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A0F7EBBF-35E9-FA49-97D1-29DBD12AC497}"/>
              </a:ext>
            </a:extLst>
          </p:cNvPr>
          <p:cNvSpPr txBox="1"/>
          <p:nvPr/>
        </p:nvSpPr>
        <p:spPr>
          <a:xfrm>
            <a:off x="9183175" y="4272171"/>
            <a:ext cx="1024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Child Tag</a:t>
            </a:r>
            <a:endParaRPr kumimoji="1" lang="zh-TW" altLang="en-US" dirty="0"/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B75FDD2E-57C1-424E-BEED-81C412CB558A}"/>
              </a:ext>
            </a:extLst>
          </p:cNvPr>
          <p:cNvSpPr txBox="1"/>
          <p:nvPr/>
        </p:nvSpPr>
        <p:spPr>
          <a:xfrm>
            <a:off x="4299117" y="2188665"/>
            <a:ext cx="88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dirty="0"/>
              <a:t>B+ Tree</a:t>
            </a:r>
            <a:endParaRPr kumimoji="1" lang="zh-TW" altLang="en-US" dirty="0"/>
          </a:p>
        </p:txBody>
      </p:sp>
      <p:sp>
        <p:nvSpPr>
          <p:cNvPr id="88" name="圓角矩形 87">
            <a:extLst>
              <a:ext uri="{FF2B5EF4-FFF2-40B4-BE49-F238E27FC236}">
                <a16:creationId xmlns:a16="http://schemas.microsoft.com/office/drawing/2014/main" id="{9B1866C7-8D28-2C4A-885F-3477BDC68E17}"/>
              </a:ext>
            </a:extLst>
          </p:cNvPr>
          <p:cNvSpPr/>
          <p:nvPr/>
        </p:nvSpPr>
        <p:spPr>
          <a:xfrm>
            <a:off x="3385287" y="5032512"/>
            <a:ext cx="363926" cy="1382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[0]</a:t>
            </a:r>
            <a:endParaRPr kumimoji="1" lang="zh-TW" altLang="en-US" sz="1100" dirty="0"/>
          </a:p>
        </p:txBody>
      </p:sp>
      <p:sp>
        <p:nvSpPr>
          <p:cNvPr id="89" name="圓角矩形 88">
            <a:extLst>
              <a:ext uri="{FF2B5EF4-FFF2-40B4-BE49-F238E27FC236}">
                <a16:creationId xmlns:a16="http://schemas.microsoft.com/office/drawing/2014/main" id="{A0B5C3FD-985F-5B40-BEE5-C83D3AB39EB2}"/>
              </a:ext>
            </a:extLst>
          </p:cNvPr>
          <p:cNvSpPr/>
          <p:nvPr/>
        </p:nvSpPr>
        <p:spPr>
          <a:xfrm>
            <a:off x="3970503" y="5032513"/>
            <a:ext cx="383772" cy="1382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[1]</a:t>
            </a:r>
            <a:endParaRPr kumimoji="1" lang="zh-TW" altLang="en-US" sz="1100" dirty="0"/>
          </a:p>
        </p:txBody>
      </p:sp>
      <p:cxnSp>
        <p:nvCxnSpPr>
          <p:cNvPr id="91" name="直線箭頭接點 90">
            <a:extLst>
              <a:ext uri="{FF2B5EF4-FFF2-40B4-BE49-F238E27FC236}">
                <a16:creationId xmlns:a16="http://schemas.microsoft.com/office/drawing/2014/main" id="{DF1D9767-628A-7942-BCDD-68E892C93950}"/>
              </a:ext>
            </a:extLst>
          </p:cNvPr>
          <p:cNvCxnSpPr>
            <a:cxnSpLocks/>
            <a:stCxn id="12" idx="2"/>
            <a:endCxn id="100" idx="0"/>
          </p:cNvCxnSpPr>
          <p:nvPr/>
        </p:nvCxnSpPr>
        <p:spPr>
          <a:xfrm flipH="1">
            <a:off x="2537052" y="5759994"/>
            <a:ext cx="733647" cy="37703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箭頭接點 91">
            <a:extLst>
              <a:ext uri="{FF2B5EF4-FFF2-40B4-BE49-F238E27FC236}">
                <a16:creationId xmlns:a16="http://schemas.microsoft.com/office/drawing/2014/main" id="{015F6C9F-301F-E747-9631-7698E2C8E329}"/>
              </a:ext>
            </a:extLst>
          </p:cNvPr>
          <p:cNvCxnSpPr>
            <a:cxnSpLocks/>
            <a:stCxn id="11" idx="2"/>
            <a:endCxn id="103" idx="0"/>
          </p:cNvCxnSpPr>
          <p:nvPr/>
        </p:nvCxnSpPr>
        <p:spPr>
          <a:xfrm>
            <a:off x="3863895" y="5759994"/>
            <a:ext cx="788697" cy="37289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D42942C8-ADB4-C64E-8EBD-98630E6BF60D}"/>
                  </a:ext>
                </a:extLst>
              </p:cNvPr>
              <p:cNvSpPr/>
              <p:nvPr/>
            </p:nvSpPr>
            <p:spPr>
              <a:xfrm>
                <a:off x="3569889" y="6132891"/>
                <a:ext cx="2165406" cy="3693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b="0" dirty="0"/>
                  <a:t>[0]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≤ </m:t>
                    </m:r>
                  </m:oMath>
                </a14:m>
                <a:r>
                  <a:rPr kumimoji="1" lang="en-US" altLang="zh-TW" dirty="0"/>
                  <a:t>elements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kumimoji="1" lang="en-US" altLang="zh-TW" dirty="0"/>
                  <a:t> [1]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D42942C8-ADB4-C64E-8EBD-98630E6BF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889" y="6132891"/>
                <a:ext cx="2165406" cy="369332"/>
              </a:xfrm>
              <a:prstGeom prst="rect">
                <a:avLst/>
              </a:prstGeom>
              <a:blipFill>
                <a:blip r:embed="rId3"/>
                <a:stretch>
                  <a:fillRect l="-578" t="-6452" r="-578" b="-22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8F7C03B6-61FB-374F-88AA-28DFFA3D5BED}"/>
                  </a:ext>
                </a:extLst>
              </p:cNvPr>
              <p:cNvSpPr/>
              <p:nvPr/>
            </p:nvSpPr>
            <p:spPr>
              <a:xfrm>
                <a:off x="6231004" y="6132891"/>
                <a:ext cx="2165406" cy="3693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b="0" dirty="0"/>
                  <a:t>[4]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≤ </m:t>
                    </m:r>
                  </m:oMath>
                </a14:m>
                <a:r>
                  <a:rPr kumimoji="1" lang="en-US" altLang="zh-TW" dirty="0"/>
                  <a:t>elements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8F7C03B6-61FB-374F-88AA-28DFFA3D5B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004" y="6132891"/>
                <a:ext cx="2165406" cy="369332"/>
              </a:xfrm>
              <a:prstGeom prst="rect">
                <a:avLst/>
              </a:prstGeom>
              <a:blipFill>
                <a:blip r:embed="rId4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" name="直線箭頭接點 108">
            <a:extLst>
              <a:ext uri="{FF2B5EF4-FFF2-40B4-BE49-F238E27FC236}">
                <a16:creationId xmlns:a16="http://schemas.microsoft.com/office/drawing/2014/main" id="{21259E86-447E-9740-8DDC-25612CC1C858}"/>
              </a:ext>
            </a:extLst>
          </p:cNvPr>
          <p:cNvCxnSpPr>
            <a:cxnSpLocks/>
            <a:stCxn id="18" idx="2"/>
            <a:endCxn id="108" idx="0"/>
          </p:cNvCxnSpPr>
          <p:nvPr/>
        </p:nvCxnSpPr>
        <p:spPr>
          <a:xfrm>
            <a:off x="6216951" y="5759994"/>
            <a:ext cx="1096756" cy="37289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圓角矩形 111">
            <a:extLst>
              <a:ext uri="{FF2B5EF4-FFF2-40B4-BE49-F238E27FC236}">
                <a16:creationId xmlns:a16="http://schemas.microsoft.com/office/drawing/2014/main" id="{5FEE290B-E3CF-DA4D-8264-F9F2FA9DF61B}"/>
              </a:ext>
            </a:extLst>
          </p:cNvPr>
          <p:cNvSpPr/>
          <p:nvPr/>
        </p:nvSpPr>
        <p:spPr>
          <a:xfrm>
            <a:off x="4538193" y="5032513"/>
            <a:ext cx="383772" cy="1435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[2]</a:t>
            </a:r>
            <a:endParaRPr kumimoji="1" lang="zh-TW" altLang="en-US" sz="1100" dirty="0"/>
          </a:p>
        </p:txBody>
      </p:sp>
      <p:sp>
        <p:nvSpPr>
          <p:cNvPr id="113" name="圓角矩形 112">
            <a:extLst>
              <a:ext uri="{FF2B5EF4-FFF2-40B4-BE49-F238E27FC236}">
                <a16:creationId xmlns:a16="http://schemas.microsoft.com/office/drawing/2014/main" id="{0A0F8583-EB09-4442-96F5-9B0F0063A3EA}"/>
              </a:ext>
            </a:extLst>
          </p:cNvPr>
          <p:cNvSpPr/>
          <p:nvPr/>
        </p:nvSpPr>
        <p:spPr>
          <a:xfrm>
            <a:off x="5135115" y="5032512"/>
            <a:ext cx="383772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[3]</a:t>
            </a:r>
            <a:endParaRPr kumimoji="1" lang="zh-TW" altLang="en-US" sz="1100" dirty="0"/>
          </a:p>
        </p:txBody>
      </p:sp>
      <p:sp>
        <p:nvSpPr>
          <p:cNvPr id="114" name="圓角矩形 113">
            <a:extLst>
              <a:ext uri="{FF2B5EF4-FFF2-40B4-BE49-F238E27FC236}">
                <a16:creationId xmlns:a16="http://schemas.microsoft.com/office/drawing/2014/main" id="{C0FF7A0D-E426-C849-96F0-380488BAEABB}"/>
              </a:ext>
            </a:extLst>
          </p:cNvPr>
          <p:cNvSpPr/>
          <p:nvPr/>
        </p:nvSpPr>
        <p:spPr>
          <a:xfrm>
            <a:off x="5743179" y="5028735"/>
            <a:ext cx="383772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[4]</a:t>
            </a:r>
            <a:endParaRPr kumimoji="1"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041215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32F0962-7E5E-FF47-BDAB-AFCAE5A8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Insert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0F37D6-025C-D247-A24D-6F036B7A0144}"/>
              </a:ext>
            </a:extLst>
          </p:cNvPr>
          <p:cNvSpPr/>
          <p:nvPr/>
        </p:nvSpPr>
        <p:spPr>
          <a:xfrm>
            <a:off x="3187178" y="3849831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弧線 8">
            <a:extLst>
              <a:ext uri="{FF2B5EF4-FFF2-40B4-BE49-F238E27FC236}">
                <a16:creationId xmlns:a16="http://schemas.microsoft.com/office/drawing/2014/main" id="{FF9F7BEF-49C5-C740-B29E-533C0EF61DFE}"/>
              </a:ext>
            </a:extLst>
          </p:cNvPr>
          <p:cNvSpPr/>
          <p:nvPr/>
        </p:nvSpPr>
        <p:spPr>
          <a:xfrm rot="19447821">
            <a:off x="3346940" y="3595170"/>
            <a:ext cx="2137279" cy="2328740"/>
          </a:xfrm>
          <a:prstGeom prst="arc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21DE74-FC59-4E4A-A01D-CADCF0585E34}"/>
              </a:ext>
            </a:extLst>
          </p:cNvPr>
          <p:cNvSpPr/>
          <p:nvPr/>
        </p:nvSpPr>
        <p:spPr>
          <a:xfrm>
            <a:off x="5512453" y="4172919"/>
            <a:ext cx="307289" cy="30728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0A1398EB-88CE-F44B-894D-012CCF903D71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 flipH="1">
            <a:off x="4366352" y="4480208"/>
            <a:ext cx="1299746" cy="678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079FB470-042D-F949-A6BE-9744CD5012FB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flipH="1">
            <a:off x="4991611" y="4480208"/>
            <a:ext cx="674487" cy="67852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8D2B37CF-2281-9445-978C-3B127BCCDCD7}"/>
              </a:ext>
            </a:extLst>
          </p:cNvPr>
          <p:cNvSpPr/>
          <p:nvPr/>
        </p:nvSpPr>
        <p:spPr>
          <a:xfrm>
            <a:off x="5463225" y="5158736"/>
            <a:ext cx="307289" cy="307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E40C6D1-6E4B-D949-9DCE-5414F38F5912}"/>
              </a:ext>
            </a:extLst>
          </p:cNvPr>
          <p:cNvSpPr/>
          <p:nvPr/>
        </p:nvSpPr>
        <p:spPr>
          <a:xfrm>
            <a:off x="6088484" y="5161214"/>
            <a:ext cx="307289" cy="307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4AB8D0-073E-6F4A-8F7C-DB07CD26756B}"/>
              </a:ext>
            </a:extLst>
          </p:cNvPr>
          <p:cNvSpPr/>
          <p:nvPr/>
        </p:nvSpPr>
        <p:spPr>
          <a:xfrm>
            <a:off x="6713743" y="5158734"/>
            <a:ext cx="307289" cy="307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6BA3052-70BD-EB48-9342-B511532B4AFC}"/>
              </a:ext>
            </a:extLst>
          </p:cNvPr>
          <p:cNvSpPr/>
          <p:nvPr/>
        </p:nvSpPr>
        <p:spPr>
          <a:xfrm>
            <a:off x="4837966" y="5158734"/>
            <a:ext cx="307289" cy="30728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79C10A7-DBD8-0E45-96B1-957F957A8C8C}"/>
              </a:ext>
            </a:extLst>
          </p:cNvPr>
          <p:cNvSpPr/>
          <p:nvPr/>
        </p:nvSpPr>
        <p:spPr>
          <a:xfrm>
            <a:off x="4212707" y="5158734"/>
            <a:ext cx="307289" cy="307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178A5580-A34A-EE46-BA1B-944C85DF0C48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flipH="1">
            <a:off x="5616870" y="4480208"/>
            <a:ext cx="49228" cy="678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56A3C460-DCF6-9D4B-A15A-2B8D37211DC2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5666098" y="4480208"/>
            <a:ext cx="576031" cy="681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441FD4D1-E3A0-1A45-8024-E3C1C1AB6212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>
            <a:off x="5666098" y="4480208"/>
            <a:ext cx="1201290" cy="678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57A74B2-4E05-D241-A589-5E2AC60DE04A}"/>
              </a:ext>
            </a:extLst>
          </p:cNvPr>
          <p:cNvSpPr txBox="1"/>
          <p:nvPr/>
        </p:nvSpPr>
        <p:spPr>
          <a:xfrm>
            <a:off x="7416458" y="5096691"/>
            <a:ext cx="1138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Leaf Node</a:t>
            </a:r>
            <a:endParaRPr kumimoji="1"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5704390-63F6-384B-A40C-18D96C434164}"/>
              </a:ext>
            </a:extLst>
          </p:cNvPr>
          <p:cNvSpPr txBox="1"/>
          <p:nvPr/>
        </p:nvSpPr>
        <p:spPr>
          <a:xfrm>
            <a:off x="4005515" y="3275704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insert</a:t>
            </a:r>
            <a:endParaRPr kumimoji="1" lang="zh-TW" altLang="en-US" dirty="0"/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8B7C1D09-0492-914B-8709-408A77174225}"/>
              </a:ext>
            </a:extLst>
          </p:cNvPr>
          <p:cNvSpPr/>
          <p:nvPr/>
        </p:nvSpPr>
        <p:spPr>
          <a:xfrm>
            <a:off x="3144506" y="3684667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new</a:t>
            </a:r>
            <a:endParaRPr kumimoji="1"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7845673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2B9D73-E166-3349-80FA-BCD62CCB0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Insert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5B63F1-594A-2948-9979-E1A66FDF6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Target leaf node is not full, insert the element into the node.</a:t>
            </a:r>
            <a:endParaRPr kumimoji="1" lang="zh-TW" altLang="en-US" dirty="0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7CCB9113-07AE-6945-B71F-5EAF4F8FA10A}"/>
              </a:ext>
            </a:extLst>
          </p:cNvPr>
          <p:cNvGrpSpPr/>
          <p:nvPr/>
        </p:nvGrpSpPr>
        <p:grpSpPr>
          <a:xfrm>
            <a:off x="4825536" y="4174998"/>
            <a:ext cx="3567324" cy="835008"/>
            <a:chOff x="2422578" y="5300616"/>
            <a:chExt cx="3567324" cy="83500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98C3070-073B-484B-937C-0A3AF46BBCA2}"/>
                </a:ext>
              </a:extLst>
            </p:cNvPr>
            <p:cNvSpPr/>
            <p:nvPr/>
          </p:nvSpPr>
          <p:spPr>
            <a:xfrm>
              <a:off x="2422578" y="5300616"/>
              <a:ext cx="3567324" cy="835008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DF66A1F-3B58-3D48-A5B5-952F2124EB07}"/>
                </a:ext>
              </a:extLst>
            </p:cNvPr>
            <p:cNvSpPr/>
            <p:nvPr/>
          </p:nvSpPr>
          <p:spPr>
            <a:xfrm>
              <a:off x="2850462" y="5489448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EB9706B-62DB-634E-BC7F-6F1EF7D7722B}"/>
                </a:ext>
              </a:extLst>
            </p:cNvPr>
            <p:cNvSpPr/>
            <p:nvPr/>
          </p:nvSpPr>
          <p:spPr>
            <a:xfrm>
              <a:off x="3435678" y="5489448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46006B2-F80E-A348-BFA0-538584818187}"/>
                </a:ext>
              </a:extLst>
            </p:cNvPr>
            <p:cNvSpPr/>
            <p:nvPr/>
          </p:nvSpPr>
          <p:spPr>
            <a:xfrm>
              <a:off x="4023942" y="5489448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C18D3FA-943F-FD4A-8E68-B4F9F92DE3B5}"/>
                </a:ext>
              </a:extLst>
            </p:cNvPr>
            <p:cNvSpPr/>
            <p:nvPr/>
          </p:nvSpPr>
          <p:spPr>
            <a:xfrm>
              <a:off x="4612206" y="5489448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5D0BE2F-0742-704A-8141-6C81C34FF7F4}"/>
                </a:ext>
              </a:extLst>
            </p:cNvPr>
            <p:cNvSpPr/>
            <p:nvPr/>
          </p:nvSpPr>
          <p:spPr>
            <a:xfrm>
              <a:off x="5200470" y="5489448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37F07D0-B8CD-EB4F-93F8-7DF192889B17}"/>
                </a:ext>
              </a:extLst>
            </p:cNvPr>
            <p:cNvSpPr/>
            <p:nvPr/>
          </p:nvSpPr>
          <p:spPr>
            <a:xfrm>
              <a:off x="3219270" y="5812536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932A6BD-B261-3546-952D-4554D4589003}"/>
                </a:ext>
              </a:extLst>
            </p:cNvPr>
            <p:cNvSpPr/>
            <p:nvPr/>
          </p:nvSpPr>
          <p:spPr>
            <a:xfrm>
              <a:off x="2626074" y="5812536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0BBF6B8-E02B-2C4C-B0BE-77DB5C89D49F}"/>
                </a:ext>
              </a:extLst>
            </p:cNvPr>
            <p:cNvSpPr/>
            <p:nvPr/>
          </p:nvSpPr>
          <p:spPr>
            <a:xfrm>
              <a:off x="3808770" y="5812536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8A9854F-1C69-E541-A4DB-C87E577D4324}"/>
                </a:ext>
              </a:extLst>
            </p:cNvPr>
            <p:cNvSpPr/>
            <p:nvPr/>
          </p:nvSpPr>
          <p:spPr>
            <a:xfrm>
              <a:off x="4391370" y="5812536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B8D5C1D-6A19-AD48-9226-ACC7B9D86E3B}"/>
                </a:ext>
              </a:extLst>
            </p:cNvPr>
            <p:cNvSpPr/>
            <p:nvPr/>
          </p:nvSpPr>
          <p:spPr>
            <a:xfrm>
              <a:off x="4988850" y="5812536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3ADBC98-1700-A44E-AB2E-B4B4E1FE310D}"/>
                </a:ext>
              </a:extLst>
            </p:cNvPr>
            <p:cNvSpPr/>
            <p:nvPr/>
          </p:nvSpPr>
          <p:spPr>
            <a:xfrm>
              <a:off x="5572326" y="5812536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166B1646-F1C5-964C-A401-90CA5B1901A5}"/>
              </a:ext>
            </a:extLst>
          </p:cNvPr>
          <p:cNvSpPr/>
          <p:nvPr/>
        </p:nvSpPr>
        <p:spPr>
          <a:xfrm>
            <a:off x="2563134" y="4249297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弧線 16">
            <a:extLst>
              <a:ext uri="{FF2B5EF4-FFF2-40B4-BE49-F238E27FC236}">
                <a16:creationId xmlns:a16="http://schemas.microsoft.com/office/drawing/2014/main" id="{0B1EFDDC-BF5A-4545-98BD-2101152CEE3D}"/>
              </a:ext>
            </a:extLst>
          </p:cNvPr>
          <p:cNvSpPr/>
          <p:nvPr/>
        </p:nvSpPr>
        <p:spPr>
          <a:xfrm rot="18891204">
            <a:off x="2749889" y="3845636"/>
            <a:ext cx="2137279" cy="2328740"/>
          </a:xfrm>
          <a:prstGeom prst="arc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9448E61-0514-2F4D-861A-2DF8CC5299FA}"/>
              </a:ext>
            </a:extLst>
          </p:cNvPr>
          <p:cNvSpPr txBox="1"/>
          <p:nvPr/>
        </p:nvSpPr>
        <p:spPr>
          <a:xfrm>
            <a:off x="8813906" y="4387719"/>
            <a:ext cx="1138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Leaf Node</a:t>
            </a:r>
            <a:endParaRPr kumimoji="1"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93E6328-79E6-154A-B05B-F6695E2F45EF}"/>
              </a:ext>
            </a:extLst>
          </p:cNvPr>
          <p:cNvSpPr txBox="1"/>
          <p:nvPr/>
        </p:nvSpPr>
        <p:spPr>
          <a:xfrm>
            <a:off x="3349517" y="3509999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insert</a:t>
            </a:r>
            <a:endParaRPr kumimoji="1" lang="zh-TW" altLang="en-US" dirty="0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A24C0AA0-DC9B-E94D-AA3C-784BFC04CC44}"/>
              </a:ext>
            </a:extLst>
          </p:cNvPr>
          <p:cNvSpPr/>
          <p:nvPr/>
        </p:nvSpPr>
        <p:spPr>
          <a:xfrm>
            <a:off x="2520462" y="4073860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new</a:t>
            </a:r>
            <a:endParaRPr kumimoji="1"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9860473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9D2E89-2E1B-6F45-A1EE-EF2FD6E15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Insert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3C7B67-5A30-274F-9B57-4278CB150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Target leaf node is full.</a:t>
            </a:r>
          </a:p>
          <a:p>
            <a:r>
              <a:rPr kumimoji="1" lang="en-US" altLang="zh-TW" dirty="0"/>
              <a:t>Create a new sibling node and split second half of elements to it.</a:t>
            </a:r>
          </a:p>
          <a:p>
            <a:r>
              <a:rPr kumimoji="1" lang="en-US" altLang="zh-TW" dirty="0"/>
              <a:t>Push the middle element to the parent node. 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03968D0-DD36-2341-8C02-B09325BCDBDE}"/>
              </a:ext>
            </a:extLst>
          </p:cNvPr>
          <p:cNvGrpSpPr/>
          <p:nvPr/>
        </p:nvGrpSpPr>
        <p:grpSpPr>
          <a:xfrm>
            <a:off x="4655415" y="5185091"/>
            <a:ext cx="3567324" cy="835008"/>
            <a:chOff x="2422578" y="5300616"/>
            <a:chExt cx="3567324" cy="83500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15F09DD-F44F-0F47-997E-A8346098BA80}"/>
                </a:ext>
              </a:extLst>
            </p:cNvPr>
            <p:cNvSpPr/>
            <p:nvPr/>
          </p:nvSpPr>
          <p:spPr>
            <a:xfrm>
              <a:off x="2422578" y="5300616"/>
              <a:ext cx="3567324" cy="835008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71681E4-4721-554D-B577-453F52D48EA9}"/>
                </a:ext>
              </a:extLst>
            </p:cNvPr>
            <p:cNvSpPr/>
            <p:nvPr/>
          </p:nvSpPr>
          <p:spPr>
            <a:xfrm>
              <a:off x="2850462" y="5489448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4451472-7380-FA43-ADEB-0C16D37FCEA1}"/>
                </a:ext>
              </a:extLst>
            </p:cNvPr>
            <p:cNvSpPr/>
            <p:nvPr/>
          </p:nvSpPr>
          <p:spPr>
            <a:xfrm>
              <a:off x="3435678" y="5489448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FE5BB6B-C421-DC44-BCD0-AEEFA2E9CB9B}"/>
                </a:ext>
              </a:extLst>
            </p:cNvPr>
            <p:cNvSpPr/>
            <p:nvPr/>
          </p:nvSpPr>
          <p:spPr>
            <a:xfrm>
              <a:off x="4023942" y="5489448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BE424FD-0A49-7A4C-A676-21D14053E08C}"/>
                </a:ext>
              </a:extLst>
            </p:cNvPr>
            <p:cNvSpPr/>
            <p:nvPr/>
          </p:nvSpPr>
          <p:spPr>
            <a:xfrm>
              <a:off x="4612206" y="5489448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85CB21E-CADA-1047-BA8A-61E95AC71EE4}"/>
                </a:ext>
              </a:extLst>
            </p:cNvPr>
            <p:cNvSpPr/>
            <p:nvPr/>
          </p:nvSpPr>
          <p:spPr>
            <a:xfrm>
              <a:off x="5200470" y="5489448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5EE564C-EF6B-C74D-99F4-38659B580201}"/>
                </a:ext>
              </a:extLst>
            </p:cNvPr>
            <p:cNvSpPr/>
            <p:nvPr/>
          </p:nvSpPr>
          <p:spPr>
            <a:xfrm>
              <a:off x="3219270" y="5812536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6897675-F806-1447-9E0C-75169E4EF3CE}"/>
                </a:ext>
              </a:extLst>
            </p:cNvPr>
            <p:cNvSpPr/>
            <p:nvPr/>
          </p:nvSpPr>
          <p:spPr>
            <a:xfrm>
              <a:off x="2626074" y="5812536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C3C21D2-5EBA-B545-8769-B7FAEFB59A2D}"/>
                </a:ext>
              </a:extLst>
            </p:cNvPr>
            <p:cNvSpPr/>
            <p:nvPr/>
          </p:nvSpPr>
          <p:spPr>
            <a:xfrm>
              <a:off x="3808770" y="5812536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FCED7AE-E135-EA40-85B7-19A9BD2B4A32}"/>
                </a:ext>
              </a:extLst>
            </p:cNvPr>
            <p:cNvSpPr/>
            <p:nvPr/>
          </p:nvSpPr>
          <p:spPr>
            <a:xfrm>
              <a:off x="4391370" y="5812536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DBD0197-9F7A-4A40-9ACF-4A411DE480EB}"/>
                </a:ext>
              </a:extLst>
            </p:cNvPr>
            <p:cNvSpPr/>
            <p:nvPr/>
          </p:nvSpPr>
          <p:spPr>
            <a:xfrm>
              <a:off x="4988850" y="5812536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7CBB676-E6F5-2C4C-87A8-3983C983C9B6}"/>
                </a:ext>
              </a:extLst>
            </p:cNvPr>
            <p:cNvSpPr/>
            <p:nvPr/>
          </p:nvSpPr>
          <p:spPr>
            <a:xfrm>
              <a:off x="5572326" y="5812536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7E0CB59A-4392-4643-8886-F011BB5D0AF0}"/>
              </a:ext>
            </a:extLst>
          </p:cNvPr>
          <p:cNvSpPr/>
          <p:nvPr/>
        </p:nvSpPr>
        <p:spPr>
          <a:xfrm>
            <a:off x="2393013" y="5259390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E4AB462-187F-F94C-93CF-5F822F36E17C}"/>
              </a:ext>
            </a:extLst>
          </p:cNvPr>
          <p:cNvSpPr txBox="1"/>
          <p:nvPr/>
        </p:nvSpPr>
        <p:spPr>
          <a:xfrm>
            <a:off x="8643785" y="5397812"/>
            <a:ext cx="1138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Leaf Node</a:t>
            </a:r>
            <a:endParaRPr kumimoji="1" lang="zh-TW" altLang="en-US" dirty="0"/>
          </a:p>
        </p:txBody>
      </p:sp>
      <p:sp>
        <p:nvSpPr>
          <p:cNvPr id="19" name="弧線 18">
            <a:extLst>
              <a:ext uri="{FF2B5EF4-FFF2-40B4-BE49-F238E27FC236}">
                <a16:creationId xmlns:a16="http://schemas.microsoft.com/office/drawing/2014/main" id="{2043DCA6-C1C5-584D-BCE3-61BDDB6526EA}"/>
              </a:ext>
            </a:extLst>
          </p:cNvPr>
          <p:cNvSpPr/>
          <p:nvPr/>
        </p:nvSpPr>
        <p:spPr>
          <a:xfrm rot="18891204">
            <a:off x="2622386" y="4855729"/>
            <a:ext cx="2137279" cy="2328740"/>
          </a:xfrm>
          <a:prstGeom prst="arc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3439143-8ACA-DB4E-BFB2-CD91A73F89DB}"/>
              </a:ext>
            </a:extLst>
          </p:cNvPr>
          <p:cNvSpPr txBox="1"/>
          <p:nvPr/>
        </p:nvSpPr>
        <p:spPr>
          <a:xfrm>
            <a:off x="3221926" y="4530724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insert</a:t>
            </a:r>
            <a:endParaRPr kumimoji="1" lang="zh-TW" altLang="en-US" dirty="0"/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94C079F4-4168-004D-A137-CF852EFC3E2A}"/>
              </a:ext>
            </a:extLst>
          </p:cNvPr>
          <p:cNvSpPr/>
          <p:nvPr/>
        </p:nvSpPr>
        <p:spPr>
          <a:xfrm>
            <a:off x="2350341" y="5053698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new</a:t>
            </a:r>
            <a:endParaRPr kumimoji="1"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1339810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776EA7-D473-E04C-A193-2568C513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Insert</a:t>
            </a:r>
            <a:endParaRPr kumimoji="1" lang="zh-TW" altLang="en-US" dirty="0"/>
          </a:p>
        </p:txBody>
      </p:sp>
      <p:sp>
        <p:nvSpPr>
          <p:cNvPr id="86" name="內容版面配置區 85">
            <a:extLst>
              <a:ext uri="{FF2B5EF4-FFF2-40B4-BE49-F238E27FC236}">
                <a16:creationId xmlns:a16="http://schemas.microsoft.com/office/drawing/2014/main" id="{3951A52D-314F-534F-A519-C002C8954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mid_position = sorted_node_length / 2 = 3</a:t>
            </a:r>
          </a:p>
          <a:p>
            <a:r>
              <a:rPr kumimoji="1" lang="en-US" altLang="zh-TW" dirty="0"/>
              <a:t>[3] element is the mid element.</a:t>
            </a:r>
            <a:endParaRPr kumimoji="1"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5145D2F-60C6-404D-BC78-C9B8CB140EE6}"/>
              </a:ext>
            </a:extLst>
          </p:cNvPr>
          <p:cNvSpPr/>
          <p:nvPr/>
        </p:nvSpPr>
        <p:spPr>
          <a:xfrm>
            <a:off x="7306312" y="3754733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9ECEC97-7C9B-F147-B8A0-4382C6F66A10}"/>
              </a:ext>
            </a:extLst>
          </p:cNvPr>
          <p:cNvSpPr/>
          <p:nvPr/>
        </p:nvSpPr>
        <p:spPr>
          <a:xfrm>
            <a:off x="7907344" y="3754733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EAADCDF-7102-8B44-B42B-2D6247F75928}"/>
              </a:ext>
            </a:extLst>
          </p:cNvPr>
          <p:cNvSpPr/>
          <p:nvPr/>
        </p:nvSpPr>
        <p:spPr>
          <a:xfrm>
            <a:off x="8492560" y="3754733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6796C54-F3F2-0C4D-898F-887045105368}"/>
              </a:ext>
            </a:extLst>
          </p:cNvPr>
          <p:cNvSpPr/>
          <p:nvPr/>
        </p:nvSpPr>
        <p:spPr>
          <a:xfrm>
            <a:off x="9080824" y="3754733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6122DB6-1957-114F-AF17-23AA6AC80B16}"/>
              </a:ext>
            </a:extLst>
          </p:cNvPr>
          <p:cNvSpPr/>
          <p:nvPr/>
        </p:nvSpPr>
        <p:spPr>
          <a:xfrm>
            <a:off x="9669088" y="3754733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A80F59E-46C5-EF45-A3F5-A4704FE12A60}"/>
              </a:ext>
            </a:extLst>
          </p:cNvPr>
          <p:cNvSpPr/>
          <p:nvPr/>
        </p:nvSpPr>
        <p:spPr>
          <a:xfrm>
            <a:off x="10257352" y="3754733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BEFC47B-0ECD-F346-87E5-768CB2A38486}"/>
              </a:ext>
            </a:extLst>
          </p:cNvPr>
          <p:cNvSpPr/>
          <p:nvPr/>
        </p:nvSpPr>
        <p:spPr>
          <a:xfrm>
            <a:off x="8276152" y="4077821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862875A-473E-344A-B9D7-4FA305EC0C5A}"/>
              </a:ext>
            </a:extLst>
          </p:cNvPr>
          <p:cNvSpPr/>
          <p:nvPr/>
        </p:nvSpPr>
        <p:spPr>
          <a:xfrm>
            <a:off x="7682956" y="4077821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B7CC918-FC33-2646-AD6E-ED16EA381118}"/>
              </a:ext>
            </a:extLst>
          </p:cNvPr>
          <p:cNvSpPr/>
          <p:nvPr/>
        </p:nvSpPr>
        <p:spPr>
          <a:xfrm>
            <a:off x="8865652" y="4077821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260DA9C-6759-3243-9DC2-E6A8AE33CC3C}"/>
              </a:ext>
            </a:extLst>
          </p:cNvPr>
          <p:cNvSpPr/>
          <p:nvPr/>
        </p:nvSpPr>
        <p:spPr>
          <a:xfrm>
            <a:off x="9448252" y="4077821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D4E35CC-B0EF-BE41-976E-917CEB293882}"/>
              </a:ext>
            </a:extLst>
          </p:cNvPr>
          <p:cNvSpPr/>
          <p:nvPr/>
        </p:nvSpPr>
        <p:spPr>
          <a:xfrm>
            <a:off x="10045732" y="4077821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6DD8851-5084-E743-AB45-9D4F0252D6C7}"/>
              </a:ext>
            </a:extLst>
          </p:cNvPr>
          <p:cNvSpPr/>
          <p:nvPr/>
        </p:nvSpPr>
        <p:spPr>
          <a:xfrm>
            <a:off x="10629208" y="4077821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0FC9DBC-7779-DB4A-B23C-AD1D5042186C}"/>
              </a:ext>
            </a:extLst>
          </p:cNvPr>
          <p:cNvSpPr/>
          <p:nvPr/>
        </p:nvSpPr>
        <p:spPr>
          <a:xfrm>
            <a:off x="7081924" y="4077821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A73C3EE-E810-514D-BEFC-797E00533C76}"/>
              </a:ext>
            </a:extLst>
          </p:cNvPr>
          <p:cNvSpPr/>
          <p:nvPr/>
        </p:nvSpPr>
        <p:spPr>
          <a:xfrm>
            <a:off x="9755810" y="5320498"/>
            <a:ext cx="307289" cy="30728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8464DB5C-4AC9-2E43-A823-F873B296BFA5}"/>
              </a:ext>
            </a:extLst>
          </p:cNvPr>
          <p:cNvSpPr txBox="1"/>
          <p:nvPr/>
        </p:nvSpPr>
        <p:spPr>
          <a:xfrm>
            <a:off x="10137527" y="5258455"/>
            <a:ext cx="1530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Index element</a:t>
            </a:r>
            <a:endParaRPr kumimoji="1" lang="zh-TW" altLang="en-US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1ED0578-13EA-6244-B79F-67863345DEEE}"/>
              </a:ext>
            </a:extLst>
          </p:cNvPr>
          <p:cNvSpPr/>
          <p:nvPr/>
        </p:nvSpPr>
        <p:spPr>
          <a:xfrm>
            <a:off x="9755810" y="5849928"/>
            <a:ext cx="307288" cy="3072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560F02F-FF99-1448-B9C9-EF26DE3BF897}"/>
              </a:ext>
            </a:extLst>
          </p:cNvPr>
          <p:cNvSpPr txBox="1"/>
          <p:nvPr/>
        </p:nvSpPr>
        <p:spPr>
          <a:xfrm>
            <a:off x="10137527" y="5787884"/>
            <a:ext cx="164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Invalid child tag</a:t>
            </a:r>
            <a:endParaRPr kumimoji="1" lang="zh-TW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5D0ACF6-E1D8-1948-B9DE-421E062D9E3D}"/>
              </a:ext>
            </a:extLst>
          </p:cNvPr>
          <p:cNvSpPr/>
          <p:nvPr/>
        </p:nvSpPr>
        <p:spPr>
          <a:xfrm>
            <a:off x="6862324" y="3262605"/>
            <a:ext cx="4172204" cy="1179672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6F824366-7C31-554D-8988-FA3C39A628D8}"/>
              </a:ext>
            </a:extLst>
          </p:cNvPr>
          <p:cNvSpPr txBox="1"/>
          <p:nvPr/>
        </p:nvSpPr>
        <p:spPr>
          <a:xfrm>
            <a:off x="7909688" y="4400909"/>
            <a:ext cx="2153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Abstract sorted node</a:t>
            </a:r>
            <a:endParaRPr kumimoji="1" lang="zh-TW" altLang="en-US" dirty="0"/>
          </a:p>
        </p:txBody>
      </p: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62D933A7-C274-D14E-B7F3-293B86BFBF0D}"/>
              </a:ext>
            </a:extLst>
          </p:cNvPr>
          <p:cNvGrpSpPr/>
          <p:nvPr/>
        </p:nvGrpSpPr>
        <p:grpSpPr>
          <a:xfrm>
            <a:off x="1750916" y="3595395"/>
            <a:ext cx="3567324" cy="835008"/>
            <a:chOff x="2422578" y="5300616"/>
            <a:chExt cx="3567324" cy="835008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065BA7F9-8D6F-D940-AA1C-ED70C6E15F69}"/>
                </a:ext>
              </a:extLst>
            </p:cNvPr>
            <p:cNvSpPr/>
            <p:nvPr/>
          </p:nvSpPr>
          <p:spPr>
            <a:xfrm>
              <a:off x="2422578" y="5300616"/>
              <a:ext cx="3567324" cy="835008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DAB79E48-E108-CA40-881F-1AFD7E58ED1E}"/>
                </a:ext>
              </a:extLst>
            </p:cNvPr>
            <p:cNvSpPr/>
            <p:nvPr/>
          </p:nvSpPr>
          <p:spPr>
            <a:xfrm>
              <a:off x="2850462" y="5489448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1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61E996F9-1E10-D546-8514-374A40BE8686}"/>
                </a:ext>
              </a:extLst>
            </p:cNvPr>
            <p:cNvSpPr/>
            <p:nvPr/>
          </p:nvSpPr>
          <p:spPr>
            <a:xfrm>
              <a:off x="3435678" y="5489448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2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5F454846-CDA1-2F4F-A872-A00E7C75997E}"/>
                </a:ext>
              </a:extLst>
            </p:cNvPr>
            <p:cNvSpPr/>
            <p:nvPr/>
          </p:nvSpPr>
          <p:spPr>
            <a:xfrm>
              <a:off x="4023942" y="5489448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4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8FEB5CA-0452-344A-9FED-77EC7BD17CA7}"/>
                </a:ext>
              </a:extLst>
            </p:cNvPr>
            <p:cNvSpPr/>
            <p:nvPr/>
          </p:nvSpPr>
          <p:spPr>
            <a:xfrm>
              <a:off x="4612206" y="5489448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5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D1BB1CAC-F53A-B242-B01F-5812503D584A}"/>
                </a:ext>
              </a:extLst>
            </p:cNvPr>
            <p:cNvSpPr/>
            <p:nvPr/>
          </p:nvSpPr>
          <p:spPr>
            <a:xfrm>
              <a:off x="5200470" y="5489448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6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D6365C3E-042B-4A4B-93DE-E2AD7CE80363}"/>
                </a:ext>
              </a:extLst>
            </p:cNvPr>
            <p:cNvSpPr/>
            <p:nvPr/>
          </p:nvSpPr>
          <p:spPr>
            <a:xfrm>
              <a:off x="3219270" y="5812536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B47C0D34-003A-6740-91A2-901566C437DF}"/>
                </a:ext>
              </a:extLst>
            </p:cNvPr>
            <p:cNvSpPr/>
            <p:nvPr/>
          </p:nvSpPr>
          <p:spPr>
            <a:xfrm>
              <a:off x="2626074" y="5812536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6C76BB90-379B-4A4E-AD55-5BB59E8B2A7A}"/>
                </a:ext>
              </a:extLst>
            </p:cNvPr>
            <p:cNvSpPr/>
            <p:nvPr/>
          </p:nvSpPr>
          <p:spPr>
            <a:xfrm>
              <a:off x="3808770" y="5812536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B813B066-E931-FA44-8176-67EF97FD303B}"/>
                </a:ext>
              </a:extLst>
            </p:cNvPr>
            <p:cNvSpPr/>
            <p:nvPr/>
          </p:nvSpPr>
          <p:spPr>
            <a:xfrm>
              <a:off x="4391370" y="5812536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1F21D3F6-36BF-3840-B06C-3A2B6A91EFF9}"/>
                </a:ext>
              </a:extLst>
            </p:cNvPr>
            <p:cNvSpPr/>
            <p:nvPr/>
          </p:nvSpPr>
          <p:spPr>
            <a:xfrm>
              <a:off x="4988850" y="5812536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ABD73D3F-7FF8-8E44-947E-2023BEC4B44F}"/>
                </a:ext>
              </a:extLst>
            </p:cNvPr>
            <p:cNvSpPr/>
            <p:nvPr/>
          </p:nvSpPr>
          <p:spPr>
            <a:xfrm>
              <a:off x="5572326" y="5812536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78" name="矩形 77">
            <a:extLst>
              <a:ext uri="{FF2B5EF4-FFF2-40B4-BE49-F238E27FC236}">
                <a16:creationId xmlns:a16="http://schemas.microsoft.com/office/drawing/2014/main" id="{1B0104FF-8766-0740-A7A5-2877BEE3F5C2}"/>
              </a:ext>
            </a:extLst>
          </p:cNvPr>
          <p:cNvSpPr/>
          <p:nvPr/>
        </p:nvSpPr>
        <p:spPr>
          <a:xfrm>
            <a:off x="284552" y="3851355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9" name="弧線 78">
            <a:extLst>
              <a:ext uri="{FF2B5EF4-FFF2-40B4-BE49-F238E27FC236}">
                <a16:creationId xmlns:a16="http://schemas.microsoft.com/office/drawing/2014/main" id="{0DA0584D-B880-3849-9F19-AC534BB892E2}"/>
              </a:ext>
            </a:extLst>
          </p:cNvPr>
          <p:cNvSpPr/>
          <p:nvPr/>
        </p:nvSpPr>
        <p:spPr>
          <a:xfrm rot="19721105">
            <a:off x="296281" y="3648400"/>
            <a:ext cx="2137279" cy="2328740"/>
          </a:xfrm>
          <a:prstGeom prst="arc">
            <a:avLst>
              <a:gd name="adj1" fmla="val 16200000"/>
              <a:gd name="adj2" fmla="val 18838927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80" name="向右箭號 79">
            <a:extLst>
              <a:ext uri="{FF2B5EF4-FFF2-40B4-BE49-F238E27FC236}">
                <a16:creationId xmlns:a16="http://schemas.microsoft.com/office/drawing/2014/main" id="{5D2D7BAC-3C19-DC43-91AD-EC2CC87E5C20}"/>
              </a:ext>
            </a:extLst>
          </p:cNvPr>
          <p:cNvSpPr/>
          <p:nvPr/>
        </p:nvSpPr>
        <p:spPr>
          <a:xfrm>
            <a:off x="5801868" y="3779494"/>
            <a:ext cx="588264" cy="4376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81" name="圓角矩形 80">
            <a:extLst>
              <a:ext uri="{FF2B5EF4-FFF2-40B4-BE49-F238E27FC236}">
                <a16:creationId xmlns:a16="http://schemas.microsoft.com/office/drawing/2014/main" id="{CF1A69AF-FA5E-F546-9EF8-3CD6AF53C29D}"/>
              </a:ext>
            </a:extLst>
          </p:cNvPr>
          <p:cNvSpPr/>
          <p:nvPr/>
        </p:nvSpPr>
        <p:spPr>
          <a:xfrm>
            <a:off x="9038152" y="3370446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mid</a:t>
            </a:r>
            <a:endParaRPr kumimoji="1" lang="zh-TW" altLang="en-US" sz="1100" dirty="0"/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5BAFF4CB-8D8F-DE43-A8B9-7547271D4E41}"/>
              </a:ext>
            </a:extLst>
          </p:cNvPr>
          <p:cNvSpPr txBox="1"/>
          <p:nvPr/>
        </p:nvSpPr>
        <p:spPr>
          <a:xfrm>
            <a:off x="2940838" y="4470516"/>
            <a:ext cx="111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Leaf node</a:t>
            </a:r>
            <a:endParaRPr kumimoji="1" lang="zh-TW" altLang="en-US" dirty="0"/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2A1E8B16-20CD-6E41-B621-DC0349412788}"/>
              </a:ext>
            </a:extLst>
          </p:cNvPr>
          <p:cNvSpPr txBox="1"/>
          <p:nvPr/>
        </p:nvSpPr>
        <p:spPr>
          <a:xfrm>
            <a:off x="815302" y="3675401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insert</a:t>
            </a:r>
            <a:endParaRPr kumimoji="1" lang="zh-TW" altLang="en-US" dirty="0"/>
          </a:p>
        </p:txBody>
      </p:sp>
      <p:sp>
        <p:nvSpPr>
          <p:cNvPr id="84" name="圓角矩形 83">
            <a:extLst>
              <a:ext uri="{FF2B5EF4-FFF2-40B4-BE49-F238E27FC236}">
                <a16:creationId xmlns:a16="http://schemas.microsoft.com/office/drawing/2014/main" id="{59A0F3D9-5F4E-454E-944A-77D8DD7576F6}"/>
              </a:ext>
            </a:extLst>
          </p:cNvPr>
          <p:cNvSpPr/>
          <p:nvPr/>
        </p:nvSpPr>
        <p:spPr>
          <a:xfrm>
            <a:off x="241880" y="3665709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new</a:t>
            </a:r>
            <a:endParaRPr kumimoji="1" lang="zh-TW" altLang="en-US" sz="1100" dirty="0"/>
          </a:p>
        </p:txBody>
      </p:sp>
      <p:sp>
        <p:nvSpPr>
          <p:cNvPr id="87" name="圓角矩形 86">
            <a:extLst>
              <a:ext uri="{FF2B5EF4-FFF2-40B4-BE49-F238E27FC236}">
                <a16:creationId xmlns:a16="http://schemas.microsoft.com/office/drawing/2014/main" id="{C92FB142-0093-2A43-A1F9-2E2F76D90F2D}"/>
              </a:ext>
            </a:extLst>
          </p:cNvPr>
          <p:cNvSpPr/>
          <p:nvPr/>
        </p:nvSpPr>
        <p:spPr>
          <a:xfrm>
            <a:off x="9038152" y="3560065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[3]</a:t>
            </a:r>
            <a:endParaRPr kumimoji="1" lang="zh-TW" altLang="en-US" sz="1100" dirty="0"/>
          </a:p>
        </p:txBody>
      </p:sp>
      <p:sp>
        <p:nvSpPr>
          <p:cNvPr id="88" name="圓角矩形 87">
            <a:extLst>
              <a:ext uri="{FF2B5EF4-FFF2-40B4-BE49-F238E27FC236}">
                <a16:creationId xmlns:a16="http://schemas.microsoft.com/office/drawing/2014/main" id="{A2D1B951-00A2-CC4D-8F84-CEB2C497B55D}"/>
              </a:ext>
            </a:extLst>
          </p:cNvPr>
          <p:cNvSpPr/>
          <p:nvPr/>
        </p:nvSpPr>
        <p:spPr>
          <a:xfrm>
            <a:off x="7253805" y="3564080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[0]</a:t>
            </a:r>
            <a:endParaRPr kumimoji="1" lang="zh-TW" altLang="en-US" sz="1100" dirty="0"/>
          </a:p>
        </p:txBody>
      </p:sp>
      <p:sp>
        <p:nvSpPr>
          <p:cNvPr id="89" name="圓角矩形 88">
            <a:extLst>
              <a:ext uri="{FF2B5EF4-FFF2-40B4-BE49-F238E27FC236}">
                <a16:creationId xmlns:a16="http://schemas.microsoft.com/office/drawing/2014/main" id="{0D194EEB-06B1-0741-A0B7-04EC898A41EE}"/>
              </a:ext>
            </a:extLst>
          </p:cNvPr>
          <p:cNvSpPr/>
          <p:nvPr/>
        </p:nvSpPr>
        <p:spPr>
          <a:xfrm>
            <a:off x="10212484" y="3560064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[5]</a:t>
            </a:r>
            <a:endParaRPr kumimoji="1"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6067779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B6131C-43E4-7E41-9959-793B33AF0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Insert</a:t>
            </a:r>
            <a:endParaRPr kumimoji="1"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0CE5B2-14ED-B14D-A1BB-FA4C7A6ED1C5}"/>
              </a:ext>
            </a:extLst>
          </p:cNvPr>
          <p:cNvSpPr/>
          <p:nvPr/>
        </p:nvSpPr>
        <p:spPr>
          <a:xfrm>
            <a:off x="2422578" y="5300616"/>
            <a:ext cx="3567324" cy="8350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F9C01F-F233-904E-A4F5-21E12E6CD36F}"/>
              </a:ext>
            </a:extLst>
          </p:cNvPr>
          <p:cNvSpPr/>
          <p:nvPr/>
        </p:nvSpPr>
        <p:spPr>
          <a:xfrm>
            <a:off x="2850462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68D594-2C84-174B-9A82-592B620C79D5}"/>
              </a:ext>
            </a:extLst>
          </p:cNvPr>
          <p:cNvSpPr/>
          <p:nvPr/>
        </p:nvSpPr>
        <p:spPr>
          <a:xfrm>
            <a:off x="3435678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32A085-A198-E548-A454-F0FE21837708}"/>
              </a:ext>
            </a:extLst>
          </p:cNvPr>
          <p:cNvSpPr/>
          <p:nvPr/>
        </p:nvSpPr>
        <p:spPr>
          <a:xfrm>
            <a:off x="4023942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BF1AE1-4110-4246-BA8D-DFF8A7B3E47D}"/>
              </a:ext>
            </a:extLst>
          </p:cNvPr>
          <p:cNvSpPr/>
          <p:nvPr/>
        </p:nvSpPr>
        <p:spPr>
          <a:xfrm>
            <a:off x="4612206" y="5489448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3ADD3B-131E-FE44-849D-BDB96B4B764F}"/>
              </a:ext>
            </a:extLst>
          </p:cNvPr>
          <p:cNvSpPr/>
          <p:nvPr/>
        </p:nvSpPr>
        <p:spPr>
          <a:xfrm>
            <a:off x="5200470" y="5489448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C1D71D-88EF-774A-A9A0-45197EAF3F92}"/>
              </a:ext>
            </a:extLst>
          </p:cNvPr>
          <p:cNvSpPr/>
          <p:nvPr/>
        </p:nvSpPr>
        <p:spPr>
          <a:xfrm>
            <a:off x="321927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0BAEB3-CE54-7145-8463-ED394CFA8A6F}"/>
              </a:ext>
            </a:extLst>
          </p:cNvPr>
          <p:cNvSpPr/>
          <p:nvPr/>
        </p:nvSpPr>
        <p:spPr>
          <a:xfrm>
            <a:off x="2626074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E119C5-9343-E940-A827-F2E26F7E32EA}"/>
              </a:ext>
            </a:extLst>
          </p:cNvPr>
          <p:cNvSpPr/>
          <p:nvPr/>
        </p:nvSpPr>
        <p:spPr>
          <a:xfrm>
            <a:off x="380877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E82DCF2-EA1D-2E4C-919D-A4597E4CB299}"/>
              </a:ext>
            </a:extLst>
          </p:cNvPr>
          <p:cNvSpPr/>
          <p:nvPr/>
        </p:nvSpPr>
        <p:spPr>
          <a:xfrm>
            <a:off x="439137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DE4C37-C4AD-AB49-9C38-6B914DBAFEF3}"/>
              </a:ext>
            </a:extLst>
          </p:cNvPr>
          <p:cNvSpPr/>
          <p:nvPr/>
        </p:nvSpPr>
        <p:spPr>
          <a:xfrm>
            <a:off x="4988850" y="5812536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F56C279-04C7-8149-BE85-3CBE6F20DB13}"/>
              </a:ext>
            </a:extLst>
          </p:cNvPr>
          <p:cNvSpPr/>
          <p:nvPr/>
        </p:nvSpPr>
        <p:spPr>
          <a:xfrm>
            <a:off x="5572326" y="5812536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B4780C-F46B-8F4D-A586-DA768C70758D}"/>
              </a:ext>
            </a:extLst>
          </p:cNvPr>
          <p:cNvSpPr/>
          <p:nvPr/>
        </p:nvSpPr>
        <p:spPr>
          <a:xfrm>
            <a:off x="6387588" y="5300616"/>
            <a:ext cx="3567324" cy="8350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B00A5C-0652-B840-9C8D-16F10318A451}"/>
              </a:ext>
            </a:extLst>
          </p:cNvPr>
          <p:cNvSpPr/>
          <p:nvPr/>
        </p:nvSpPr>
        <p:spPr>
          <a:xfrm>
            <a:off x="6815472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EFA96D-A366-1B4E-9405-70C8C78DA3A2}"/>
              </a:ext>
            </a:extLst>
          </p:cNvPr>
          <p:cNvSpPr/>
          <p:nvPr/>
        </p:nvSpPr>
        <p:spPr>
          <a:xfrm>
            <a:off x="7400688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AC5F25-2B86-F045-B9C6-0C5F5A51B721}"/>
              </a:ext>
            </a:extLst>
          </p:cNvPr>
          <p:cNvSpPr/>
          <p:nvPr/>
        </p:nvSpPr>
        <p:spPr>
          <a:xfrm>
            <a:off x="7988952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2715EC-D2D6-A447-90A3-ACDF346B254E}"/>
              </a:ext>
            </a:extLst>
          </p:cNvPr>
          <p:cNvSpPr/>
          <p:nvPr/>
        </p:nvSpPr>
        <p:spPr>
          <a:xfrm>
            <a:off x="8577216" y="5489448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6F10529-5CB6-534D-9EBA-467AF8777325}"/>
              </a:ext>
            </a:extLst>
          </p:cNvPr>
          <p:cNvSpPr/>
          <p:nvPr/>
        </p:nvSpPr>
        <p:spPr>
          <a:xfrm>
            <a:off x="9165480" y="5489448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4C69704-585E-5E4F-914A-8B4729D5DFBC}"/>
              </a:ext>
            </a:extLst>
          </p:cNvPr>
          <p:cNvSpPr/>
          <p:nvPr/>
        </p:nvSpPr>
        <p:spPr>
          <a:xfrm>
            <a:off x="718428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8BC752-4409-3145-AB72-B4CD75301640}"/>
              </a:ext>
            </a:extLst>
          </p:cNvPr>
          <p:cNvSpPr/>
          <p:nvPr/>
        </p:nvSpPr>
        <p:spPr>
          <a:xfrm>
            <a:off x="6591084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A1ACE01-A4C4-944B-B8A8-03909F209520}"/>
              </a:ext>
            </a:extLst>
          </p:cNvPr>
          <p:cNvSpPr/>
          <p:nvPr/>
        </p:nvSpPr>
        <p:spPr>
          <a:xfrm>
            <a:off x="777378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D1346B5-4028-6D4E-9564-320318A97774}"/>
              </a:ext>
            </a:extLst>
          </p:cNvPr>
          <p:cNvSpPr/>
          <p:nvPr/>
        </p:nvSpPr>
        <p:spPr>
          <a:xfrm>
            <a:off x="835638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1188446-9094-1440-ABA5-1A2646189445}"/>
              </a:ext>
            </a:extLst>
          </p:cNvPr>
          <p:cNvSpPr/>
          <p:nvPr/>
        </p:nvSpPr>
        <p:spPr>
          <a:xfrm>
            <a:off x="8953860" y="5812536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42869B9-BFE8-C044-96A5-E5DC8AEC976A}"/>
              </a:ext>
            </a:extLst>
          </p:cNvPr>
          <p:cNvSpPr/>
          <p:nvPr/>
        </p:nvSpPr>
        <p:spPr>
          <a:xfrm>
            <a:off x="9537336" y="5812536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FF1E5316-72B5-C945-9A00-181063E63280}"/>
              </a:ext>
            </a:extLst>
          </p:cNvPr>
          <p:cNvSpPr/>
          <p:nvPr/>
        </p:nvSpPr>
        <p:spPr>
          <a:xfrm>
            <a:off x="6772800" y="5324359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mid</a:t>
            </a:r>
            <a:endParaRPr kumimoji="1" lang="zh-TW" altLang="en-US" sz="11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798587C-7A07-A942-A17B-613E9B1643CE}"/>
              </a:ext>
            </a:extLst>
          </p:cNvPr>
          <p:cNvSpPr/>
          <p:nvPr/>
        </p:nvSpPr>
        <p:spPr>
          <a:xfrm>
            <a:off x="5836257" y="3275355"/>
            <a:ext cx="307289" cy="30728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9CCA6F97-C28A-DB41-B94E-F800D66CE8CA}"/>
              </a:ext>
            </a:extLst>
          </p:cNvPr>
          <p:cNvCxnSpPr>
            <a:stCxn id="29" idx="2"/>
            <a:endCxn id="4" idx="0"/>
          </p:cNvCxnSpPr>
          <p:nvPr/>
        </p:nvCxnSpPr>
        <p:spPr>
          <a:xfrm flipH="1">
            <a:off x="4206240" y="3582644"/>
            <a:ext cx="1783662" cy="1717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D745BAB6-AFD0-7E4F-B7C7-CEADA2CCFF45}"/>
              </a:ext>
            </a:extLst>
          </p:cNvPr>
          <p:cNvCxnSpPr>
            <a:cxnSpLocks/>
            <a:stCxn id="29" idx="2"/>
            <a:endCxn id="16" idx="0"/>
          </p:cNvCxnSpPr>
          <p:nvPr/>
        </p:nvCxnSpPr>
        <p:spPr>
          <a:xfrm>
            <a:off x="5989902" y="3582644"/>
            <a:ext cx="2181348" cy="1717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E5660B5A-B72A-574F-97EC-CA24DDF325E1}"/>
              </a:ext>
            </a:extLst>
          </p:cNvPr>
          <p:cNvSpPr/>
          <p:nvPr/>
        </p:nvSpPr>
        <p:spPr>
          <a:xfrm>
            <a:off x="4239114" y="3317612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5CF88E9C-7C3C-1A4E-A28B-213C1B618968}"/>
              </a:ext>
            </a:extLst>
          </p:cNvPr>
          <p:cNvSpPr/>
          <p:nvPr/>
        </p:nvSpPr>
        <p:spPr>
          <a:xfrm>
            <a:off x="4196442" y="3152523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mid</a:t>
            </a:r>
            <a:endParaRPr kumimoji="1" lang="zh-TW" altLang="en-US" sz="1100" dirty="0"/>
          </a:p>
        </p:txBody>
      </p:sp>
      <p:sp>
        <p:nvSpPr>
          <p:cNvPr id="37" name="弧線 36">
            <a:extLst>
              <a:ext uri="{FF2B5EF4-FFF2-40B4-BE49-F238E27FC236}">
                <a16:creationId xmlns:a16="http://schemas.microsoft.com/office/drawing/2014/main" id="{FD82BF40-D88C-BC4C-86C5-38526749AD28}"/>
              </a:ext>
            </a:extLst>
          </p:cNvPr>
          <p:cNvSpPr/>
          <p:nvPr/>
        </p:nvSpPr>
        <p:spPr>
          <a:xfrm rot="19721105">
            <a:off x="4331978" y="3218782"/>
            <a:ext cx="2137279" cy="2328740"/>
          </a:xfrm>
          <a:prstGeom prst="arc">
            <a:avLst>
              <a:gd name="adj1" fmla="val 16200000"/>
              <a:gd name="adj2" fmla="val 18838927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274FCDFF-3B5C-E740-90BA-C8D54A32AA8D}"/>
              </a:ext>
            </a:extLst>
          </p:cNvPr>
          <p:cNvSpPr txBox="1"/>
          <p:nvPr/>
        </p:nvSpPr>
        <p:spPr>
          <a:xfrm>
            <a:off x="4810889" y="2890388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insert</a:t>
            </a:r>
            <a:endParaRPr kumimoji="1" lang="zh-TW" altLang="en-US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71F73979-0BE0-C447-987D-1F84661D38AE}"/>
              </a:ext>
            </a:extLst>
          </p:cNvPr>
          <p:cNvSpPr txBox="1"/>
          <p:nvPr/>
        </p:nvSpPr>
        <p:spPr>
          <a:xfrm>
            <a:off x="6281052" y="3236135"/>
            <a:ext cx="1359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Parent Node</a:t>
            </a:r>
            <a:endParaRPr kumimoji="1"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695647E-6B57-A046-B392-200873F1BEAF}"/>
              </a:ext>
            </a:extLst>
          </p:cNvPr>
          <p:cNvSpPr txBox="1"/>
          <p:nvPr/>
        </p:nvSpPr>
        <p:spPr>
          <a:xfrm>
            <a:off x="7254213" y="6176963"/>
            <a:ext cx="1844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New Sibling Node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051221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BC74D9-0F65-1B47-9BD9-2A19ACA6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Insert</a:t>
            </a:r>
            <a:endParaRPr kumimoji="1" lang="zh-TW" altLang="en-US" dirty="0"/>
          </a:p>
        </p:txBody>
      </p:sp>
      <p:sp>
        <p:nvSpPr>
          <p:cNvPr id="47" name="內容版面配置區 46">
            <a:extLst>
              <a:ext uri="{FF2B5EF4-FFF2-40B4-BE49-F238E27FC236}">
                <a16:creationId xmlns:a16="http://schemas.microsoft.com/office/drawing/2014/main" id="{9392BE9B-1CC6-6149-8811-7D78BADC2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Case: No parent node, create a new parent node. And insert mid element into it.</a:t>
            </a:r>
          </a:p>
          <a:p>
            <a:r>
              <a:rPr lang="en-US" altLang="zh-TW" dirty="0"/>
              <a:t>All elements are keep in the leaf node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9D1502-4ED6-A64B-937E-21E1959AD126}"/>
              </a:ext>
            </a:extLst>
          </p:cNvPr>
          <p:cNvSpPr/>
          <p:nvPr/>
        </p:nvSpPr>
        <p:spPr>
          <a:xfrm>
            <a:off x="2422578" y="5481377"/>
            <a:ext cx="3567324" cy="8350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AF60EC-8A9B-E740-BEFC-4E2120528D14}"/>
              </a:ext>
            </a:extLst>
          </p:cNvPr>
          <p:cNvSpPr/>
          <p:nvPr/>
        </p:nvSpPr>
        <p:spPr>
          <a:xfrm>
            <a:off x="2850462" y="5670209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A4AE9E-9617-2D41-9118-AE2729423F3A}"/>
              </a:ext>
            </a:extLst>
          </p:cNvPr>
          <p:cNvSpPr/>
          <p:nvPr/>
        </p:nvSpPr>
        <p:spPr>
          <a:xfrm>
            <a:off x="3435678" y="5670209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936DF6-088B-3F4E-889E-9177E48F0094}"/>
              </a:ext>
            </a:extLst>
          </p:cNvPr>
          <p:cNvSpPr/>
          <p:nvPr/>
        </p:nvSpPr>
        <p:spPr>
          <a:xfrm>
            <a:off x="4023942" y="5670209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1ECE6-ED0A-DE45-8521-9BF214A8575B}"/>
              </a:ext>
            </a:extLst>
          </p:cNvPr>
          <p:cNvSpPr/>
          <p:nvPr/>
        </p:nvSpPr>
        <p:spPr>
          <a:xfrm>
            <a:off x="4612206" y="5670209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5104DE-1A37-4A41-BF12-8C70F9C0B594}"/>
              </a:ext>
            </a:extLst>
          </p:cNvPr>
          <p:cNvSpPr/>
          <p:nvPr/>
        </p:nvSpPr>
        <p:spPr>
          <a:xfrm>
            <a:off x="5200470" y="5670209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F10C6F-C0C8-7C44-9AE6-0E08B18EA511}"/>
              </a:ext>
            </a:extLst>
          </p:cNvPr>
          <p:cNvSpPr/>
          <p:nvPr/>
        </p:nvSpPr>
        <p:spPr>
          <a:xfrm>
            <a:off x="3219270" y="5993297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D6CE21-5999-2348-88F2-AF36EA973208}"/>
              </a:ext>
            </a:extLst>
          </p:cNvPr>
          <p:cNvSpPr/>
          <p:nvPr/>
        </p:nvSpPr>
        <p:spPr>
          <a:xfrm>
            <a:off x="2626074" y="5993297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3A53EA7-B55A-A042-82E2-55E50922680F}"/>
              </a:ext>
            </a:extLst>
          </p:cNvPr>
          <p:cNvSpPr/>
          <p:nvPr/>
        </p:nvSpPr>
        <p:spPr>
          <a:xfrm>
            <a:off x="3808770" y="5993297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74E1A0-D5CF-C344-8AD1-D5BA074A56D3}"/>
              </a:ext>
            </a:extLst>
          </p:cNvPr>
          <p:cNvSpPr/>
          <p:nvPr/>
        </p:nvSpPr>
        <p:spPr>
          <a:xfrm>
            <a:off x="4391370" y="5993297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208FD55-0929-5148-916D-94538D6996E8}"/>
              </a:ext>
            </a:extLst>
          </p:cNvPr>
          <p:cNvSpPr/>
          <p:nvPr/>
        </p:nvSpPr>
        <p:spPr>
          <a:xfrm>
            <a:off x="4988850" y="5993297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AC05679-2BF5-DE4E-A3EF-A3E4A67A360D}"/>
              </a:ext>
            </a:extLst>
          </p:cNvPr>
          <p:cNvSpPr/>
          <p:nvPr/>
        </p:nvSpPr>
        <p:spPr>
          <a:xfrm>
            <a:off x="5572326" y="5993297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F71F4A6-6CC8-C74F-AA2B-800EE8136D75}"/>
              </a:ext>
            </a:extLst>
          </p:cNvPr>
          <p:cNvSpPr/>
          <p:nvPr/>
        </p:nvSpPr>
        <p:spPr>
          <a:xfrm>
            <a:off x="6387588" y="5481377"/>
            <a:ext cx="3567324" cy="8350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C14679-6A49-E14E-A897-0106CEC07DCD}"/>
              </a:ext>
            </a:extLst>
          </p:cNvPr>
          <p:cNvSpPr/>
          <p:nvPr/>
        </p:nvSpPr>
        <p:spPr>
          <a:xfrm>
            <a:off x="6815472" y="5670209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9DDB41B-CBBC-CF42-80CA-CD322214F323}"/>
              </a:ext>
            </a:extLst>
          </p:cNvPr>
          <p:cNvSpPr/>
          <p:nvPr/>
        </p:nvSpPr>
        <p:spPr>
          <a:xfrm>
            <a:off x="7400688" y="5670209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F4FCBDC-C2D1-E947-9A03-C3EF41F5DB20}"/>
              </a:ext>
            </a:extLst>
          </p:cNvPr>
          <p:cNvSpPr/>
          <p:nvPr/>
        </p:nvSpPr>
        <p:spPr>
          <a:xfrm>
            <a:off x="7988952" y="5670209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4986EC-CA82-0044-B774-0E23FEF0D72D}"/>
              </a:ext>
            </a:extLst>
          </p:cNvPr>
          <p:cNvSpPr/>
          <p:nvPr/>
        </p:nvSpPr>
        <p:spPr>
          <a:xfrm>
            <a:off x="8577216" y="5670209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ACFA9CA-8D41-3948-BC30-0388E59CDABA}"/>
              </a:ext>
            </a:extLst>
          </p:cNvPr>
          <p:cNvSpPr/>
          <p:nvPr/>
        </p:nvSpPr>
        <p:spPr>
          <a:xfrm>
            <a:off x="9165480" y="5670209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AC22FB3-F44A-8E45-A2DE-17A70421C23F}"/>
              </a:ext>
            </a:extLst>
          </p:cNvPr>
          <p:cNvSpPr/>
          <p:nvPr/>
        </p:nvSpPr>
        <p:spPr>
          <a:xfrm>
            <a:off x="7184280" y="5993297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9AE891-8BA1-A041-8CFA-2B9C7C093A9A}"/>
              </a:ext>
            </a:extLst>
          </p:cNvPr>
          <p:cNvSpPr/>
          <p:nvPr/>
        </p:nvSpPr>
        <p:spPr>
          <a:xfrm>
            <a:off x="6591084" y="5993297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78D240-FC67-E045-B1FD-AC0F9AF86B46}"/>
              </a:ext>
            </a:extLst>
          </p:cNvPr>
          <p:cNvSpPr/>
          <p:nvPr/>
        </p:nvSpPr>
        <p:spPr>
          <a:xfrm>
            <a:off x="7773780" y="5993297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2BBF958-02A1-8A4F-83D2-4C3AD249FBF5}"/>
              </a:ext>
            </a:extLst>
          </p:cNvPr>
          <p:cNvSpPr/>
          <p:nvPr/>
        </p:nvSpPr>
        <p:spPr>
          <a:xfrm>
            <a:off x="8356380" y="5993297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B0AD8C9-02DA-0348-A834-C6EECE2A6920}"/>
              </a:ext>
            </a:extLst>
          </p:cNvPr>
          <p:cNvSpPr/>
          <p:nvPr/>
        </p:nvSpPr>
        <p:spPr>
          <a:xfrm>
            <a:off x="8953860" y="5993297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3D05B08-61C5-1648-AEA7-E2D3DCCFC9E2}"/>
              </a:ext>
            </a:extLst>
          </p:cNvPr>
          <p:cNvSpPr/>
          <p:nvPr/>
        </p:nvSpPr>
        <p:spPr>
          <a:xfrm>
            <a:off x="9537336" y="5993297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8E143CD-418B-B045-AD81-67A50778CBB7}"/>
              </a:ext>
            </a:extLst>
          </p:cNvPr>
          <p:cNvSpPr/>
          <p:nvPr/>
        </p:nvSpPr>
        <p:spPr>
          <a:xfrm>
            <a:off x="4312338" y="3429000"/>
            <a:ext cx="3567324" cy="8350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B7BB842-DF7F-4848-925E-FC056B991822}"/>
              </a:ext>
            </a:extLst>
          </p:cNvPr>
          <p:cNvSpPr/>
          <p:nvPr/>
        </p:nvSpPr>
        <p:spPr>
          <a:xfrm>
            <a:off x="4740222" y="3617832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DE1D3F1-0400-CF45-846C-543EFDE08FBC}"/>
              </a:ext>
            </a:extLst>
          </p:cNvPr>
          <p:cNvSpPr/>
          <p:nvPr/>
        </p:nvSpPr>
        <p:spPr>
          <a:xfrm>
            <a:off x="5325438" y="3617832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DB34BC2-C9FD-2249-86E8-0A83C8189F28}"/>
              </a:ext>
            </a:extLst>
          </p:cNvPr>
          <p:cNvSpPr/>
          <p:nvPr/>
        </p:nvSpPr>
        <p:spPr>
          <a:xfrm>
            <a:off x="5913702" y="3617832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E67B5E7-3008-3E44-8C36-7DB184C62AA0}"/>
              </a:ext>
            </a:extLst>
          </p:cNvPr>
          <p:cNvSpPr/>
          <p:nvPr/>
        </p:nvSpPr>
        <p:spPr>
          <a:xfrm>
            <a:off x="6501966" y="3617832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A330C74-4856-414F-8C80-FFFB013A40B3}"/>
              </a:ext>
            </a:extLst>
          </p:cNvPr>
          <p:cNvSpPr/>
          <p:nvPr/>
        </p:nvSpPr>
        <p:spPr>
          <a:xfrm>
            <a:off x="7090230" y="3617832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0F22D4D-CF24-954E-8A75-44F16DD07D2F}"/>
              </a:ext>
            </a:extLst>
          </p:cNvPr>
          <p:cNvSpPr/>
          <p:nvPr/>
        </p:nvSpPr>
        <p:spPr>
          <a:xfrm>
            <a:off x="5109030" y="3940920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CE06A18-EE58-A74C-81C0-53106F4F90A2}"/>
              </a:ext>
            </a:extLst>
          </p:cNvPr>
          <p:cNvSpPr/>
          <p:nvPr/>
        </p:nvSpPr>
        <p:spPr>
          <a:xfrm>
            <a:off x="4515834" y="3940920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5FCAFF9-C651-E247-B13F-DDC775D4AE75}"/>
              </a:ext>
            </a:extLst>
          </p:cNvPr>
          <p:cNvSpPr/>
          <p:nvPr/>
        </p:nvSpPr>
        <p:spPr>
          <a:xfrm>
            <a:off x="5698530" y="3940920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5B41571-D745-B040-B173-9DA64CFDEBDE}"/>
              </a:ext>
            </a:extLst>
          </p:cNvPr>
          <p:cNvSpPr/>
          <p:nvPr/>
        </p:nvSpPr>
        <p:spPr>
          <a:xfrm>
            <a:off x="6281130" y="3940920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B86E481-52BA-2A45-B02D-C5F58A463515}"/>
              </a:ext>
            </a:extLst>
          </p:cNvPr>
          <p:cNvSpPr/>
          <p:nvPr/>
        </p:nvSpPr>
        <p:spPr>
          <a:xfrm>
            <a:off x="6878610" y="3940920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3B3F8EF-1760-884C-9579-7101DB1E392E}"/>
              </a:ext>
            </a:extLst>
          </p:cNvPr>
          <p:cNvSpPr/>
          <p:nvPr/>
        </p:nvSpPr>
        <p:spPr>
          <a:xfrm>
            <a:off x="7462086" y="3940920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E25150C5-F04E-E048-A45E-E70A7641C955}"/>
              </a:ext>
            </a:extLst>
          </p:cNvPr>
          <p:cNvCxnSpPr>
            <a:stCxn id="35" idx="2"/>
            <a:endCxn id="4" idx="0"/>
          </p:cNvCxnSpPr>
          <p:nvPr/>
        </p:nvCxnSpPr>
        <p:spPr>
          <a:xfrm flipH="1">
            <a:off x="4206240" y="4160520"/>
            <a:ext cx="419394" cy="132085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682F9A75-CC79-8748-A3FD-60C90E6D50B7}"/>
              </a:ext>
            </a:extLst>
          </p:cNvPr>
          <p:cNvCxnSpPr>
            <a:cxnSpLocks/>
            <a:stCxn id="34" idx="2"/>
            <a:endCxn id="16" idx="0"/>
          </p:cNvCxnSpPr>
          <p:nvPr/>
        </p:nvCxnSpPr>
        <p:spPr>
          <a:xfrm>
            <a:off x="5218830" y="4160520"/>
            <a:ext cx="2952420" cy="132085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1649AF27-85E2-674C-82E7-5801ED9E915D}"/>
              </a:ext>
            </a:extLst>
          </p:cNvPr>
          <p:cNvSpPr/>
          <p:nvPr/>
        </p:nvSpPr>
        <p:spPr>
          <a:xfrm>
            <a:off x="4681869" y="3454305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mid</a:t>
            </a:r>
            <a:endParaRPr kumimoji="1" lang="zh-TW" altLang="en-US" sz="1100" dirty="0"/>
          </a:p>
        </p:txBody>
      </p: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DD44FB8D-EA9F-1A48-9E1A-2253E1D92C2D}"/>
              </a:ext>
            </a:extLst>
          </p:cNvPr>
          <p:cNvSpPr/>
          <p:nvPr/>
        </p:nvSpPr>
        <p:spPr>
          <a:xfrm>
            <a:off x="6772800" y="5505120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mid</a:t>
            </a:r>
            <a:endParaRPr kumimoji="1" lang="zh-TW" altLang="en-US" sz="1100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A6B4D8E-7CE0-0643-A922-6B358F35872D}"/>
              </a:ext>
            </a:extLst>
          </p:cNvPr>
          <p:cNvSpPr txBox="1"/>
          <p:nvPr/>
        </p:nvSpPr>
        <p:spPr>
          <a:xfrm>
            <a:off x="8045562" y="3696772"/>
            <a:ext cx="1840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New Parent Node</a:t>
            </a:r>
            <a:endParaRPr kumimoji="1" lang="zh-TW" altLang="en-US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1676A86D-45FE-B942-9C7A-841E764DD62D}"/>
              </a:ext>
            </a:extLst>
          </p:cNvPr>
          <p:cNvSpPr txBox="1"/>
          <p:nvPr/>
        </p:nvSpPr>
        <p:spPr>
          <a:xfrm>
            <a:off x="7254213" y="6357724"/>
            <a:ext cx="1844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New Sibling Node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09237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EDA2AA-D5A5-1F40-A994-AA2B3B166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Insertion</a:t>
            </a:r>
            <a:endParaRPr kumimoji="1" lang="zh-TW" altLang="en-US" dirty="0"/>
          </a:p>
        </p:txBody>
      </p:sp>
      <p:sp>
        <p:nvSpPr>
          <p:cNvPr id="55" name="內容版面配置區 54">
            <a:extLst>
              <a:ext uri="{FF2B5EF4-FFF2-40B4-BE49-F238E27FC236}">
                <a16:creationId xmlns:a16="http://schemas.microsoft.com/office/drawing/2014/main" id="{DFE9FB4C-73DE-F345-8386-2369207EB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Extra Case: INDEX_ORDER is an even number.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CC6232-4872-7544-8D2C-AB79401FCA6E}"/>
              </a:ext>
            </a:extLst>
          </p:cNvPr>
          <p:cNvSpPr/>
          <p:nvPr/>
        </p:nvSpPr>
        <p:spPr>
          <a:xfrm>
            <a:off x="1376604" y="5032132"/>
            <a:ext cx="4097604" cy="929756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D23735-975B-ED44-A17F-3170C631617E}"/>
              </a:ext>
            </a:extLst>
          </p:cNvPr>
          <p:cNvSpPr/>
          <p:nvPr/>
        </p:nvSpPr>
        <p:spPr>
          <a:xfrm>
            <a:off x="1789758" y="5282184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AA51E1-A674-7845-9DB9-FD906CB5548E}"/>
              </a:ext>
            </a:extLst>
          </p:cNvPr>
          <p:cNvSpPr/>
          <p:nvPr/>
        </p:nvSpPr>
        <p:spPr>
          <a:xfrm>
            <a:off x="2374974" y="5282184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4BAC4C-39F5-514E-8077-2CFA233BCE52}"/>
              </a:ext>
            </a:extLst>
          </p:cNvPr>
          <p:cNvSpPr/>
          <p:nvPr/>
        </p:nvSpPr>
        <p:spPr>
          <a:xfrm>
            <a:off x="2963238" y="5282184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9BE83D-7108-1941-86A3-AFC731C90CD0}"/>
              </a:ext>
            </a:extLst>
          </p:cNvPr>
          <p:cNvSpPr/>
          <p:nvPr/>
        </p:nvSpPr>
        <p:spPr>
          <a:xfrm>
            <a:off x="3553278" y="5282184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31FC95-FDB6-5D41-BF9D-6A553B26CE66}"/>
              </a:ext>
            </a:extLst>
          </p:cNvPr>
          <p:cNvSpPr/>
          <p:nvPr/>
        </p:nvSpPr>
        <p:spPr>
          <a:xfrm>
            <a:off x="4139766" y="5282184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ED2FAC-5964-A248-8F2E-150133CD0E43}"/>
              </a:ext>
            </a:extLst>
          </p:cNvPr>
          <p:cNvSpPr/>
          <p:nvPr/>
        </p:nvSpPr>
        <p:spPr>
          <a:xfrm>
            <a:off x="2158566" y="5605272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C911A2-A708-0646-82B1-D275994B85A7}"/>
              </a:ext>
            </a:extLst>
          </p:cNvPr>
          <p:cNvSpPr/>
          <p:nvPr/>
        </p:nvSpPr>
        <p:spPr>
          <a:xfrm>
            <a:off x="1565370" y="5605272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FC29DD-9516-9D44-BBD3-A1DB4FEA7C4A}"/>
              </a:ext>
            </a:extLst>
          </p:cNvPr>
          <p:cNvSpPr/>
          <p:nvPr/>
        </p:nvSpPr>
        <p:spPr>
          <a:xfrm>
            <a:off x="2748066" y="5605272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57919CE-3EE7-1548-A228-AE253C009946}"/>
              </a:ext>
            </a:extLst>
          </p:cNvPr>
          <p:cNvSpPr/>
          <p:nvPr/>
        </p:nvSpPr>
        <p:spPr>
          <a:xfrm>
            <a:off x="3330666" y="5605272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234C1A-9637-EE47-B459-C5D85EE90CB3}"/>
              </a:ext>
            </a:extLst>
          </p:cNvPr>
          <p:cNvSpPr/>
          <p:nvPr/>
        </p:nvSpPr>
        <p:spPr>
          <a:xfrm>
            <a:off x="3928146" y="5605272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A645BA-D0D9-D645-A326-C36D899CE516}"/>
              </a:ext>
            </a:extLst>
          </p:cNvPr>
          <p:cNvSpPr/>
          <p:nvPr/>
        </p:nvSpPr>
        <p:spPr>
          <a:xfrm>
            <a:off x="4511622" y="5605272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FBFF719-187C-024A-BD43-8C23B4D1963A}"/>
              </a:ext>
            </a:extLst>
          </p:cNvPr>
          <p:cNvSpPr/>
          <p:nvPr/>
        </p:nvSpPr>
        <p:spPr>
          <a:xfrm>
            <a:off x="4731222" y="5282184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1FCDD3-FA4F-6244-A599-87E8189CD038}"/>
              </a:ext>
            </a:extLst>
          </p:cNvPr>
          <p:cNvSpPr/>
          <p:nvPr/>
        </p:nvSpPr>
        <p:spPr>
          <a:xfrm>
            <a:off x="5095098" y="5605272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0DF978-11F3-1640-B542-FCFE95327511}"/>
              </a:ext>
            </a:extLst>
          </p:cNvPr>
          <p:cNvSpPr/>
          <p:nvPr/>
        </p:nvSpPr>
        <p:spPr>
          <a:xfrm>
            <a:off x="6156960" y="5032132"/>
            <a:ext cx="4097604" cy="929756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4AE4CA-E564-B643-95A0-1F779E1E2466}"/>
              </a:ext>
            </a:extLst>
          </p:cNvPr>
          <p:cNvSpPr/>
          <p:nvPr/>
        </p:nvSpPr>
        <p:spPr>
          <a:xfrm>
            <a:off x="6570114" y="5282184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7D6C678-73FF-914D-B9CF-8455C878C5D3}"/>
              </a:ext>
            </a:extLst>
          </p:cNvPr>
          <p:cNvSpPr/>
          <p:nvPr/>
        </p:nvSpPr>
        <p:spPr>
          <a:xfrm>
            <a:off x="7155330" y="5282184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1683AD-E04A-924E-8156-9CDA9B729D03}"/>
              </a:ext>
            </a:extLst>
          </p:cNvPr>
          <p:cNvSpPr/>
          <p:nvPr/>
        </p:nvSpPr>
        <p:spPr>
          <a:xfrm>
            <a:off x="7743594" y="5282184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7324FE3-EEC4-2C48-AA01-60D94B033F29}"/>
              </a:ext>
            </a:extLst>
          </p:cNvPr>
          <p:cNvSpPr/>
          <p:nvPr/>
        </p:nvSpPr>
        <p:spPr>
          <a:xfrm>
            <a:off x="8333634" y="5282184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792E234-1F96-124D-BB35-A8F0D9646334}"/>
              </a:ext>
            </a:extLst>
          </p:cNvPr>
          <p:cNvSpPr/>
          <p:nvPr/>
        </p:nvSpPr>
        <p:spPr>
          <a:xfrm>
            <a:off x="8920122" y="5282184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C4DBBB0-369C-9A4E-BF09-E5240510C025}"/>
              </a:ext>
            </a:extLst>
          </p:cNvPr>
          <p:cNvSpPr/>
          <p:nvPr/>
        </p:nvSpPr>
        <p:spPr>
          <a:xfrm>
            <a:off x="6938922" y="5605272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9D374CA-8312-F948-85C3-452261195B10}"/>
              </a:ext>
            </a:extLst>
          </p:cNvPr>
          <p:cNvSpPr/>
          <p:nvPr/>
        </p:nvSpPr>
        <p:spPr>
          <a:xfrm>
            <a:off x="6345726" y="5605272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A8FC4D4-C821-DA45-9570-502B0BC32090}"/>
              </a:ext>
            </a:extLst>
          </p:cNvPr>
          <p:cNvSpPr/>
          <p:nvPr/>
        </p:nvSpPr>
        <p:spPr>
          <a:xfrm>
            <a:off x="7528422" y="5605272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499500C-A6CD-7D40-B07F-8BA1CC78DBED}"/>
              </a:ext>
            </a:extLst>
          </p:cNvPr>
          <p:cNvSpPr/>
          <p:nvPr/>
        </p:nvSpPr>
        <p:spPr>
          <a:xfrm>
            <a:off x="8111022" y="5605272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586E74F-F467-D345-BF8B-50AFD2E26269}"/>
              </a:ext>
            </a:extLst>
          </p:cNvPr>
          <p:cNvSpPr/>
          <p:nvPr/>
        </p:nvSpPr>
        <p:spPr>
          <a:xfrm>
            <a:off x="8708502" y="5605272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5334084-B1AC-9241-BFB9-4E156FC91760}"/>
              </a:ext>
            </a:extLst>
          </p:cNvPr>
          <p:cNvSpPr/>
          <p:nvPr/>
        </p:nvSpPr>
        <p:spPr>
          <a:xfrm>
            <a:off x="9291978" y="5605272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C9604E1-7A56-3A46-957E-194EA2DE9B36}"/>
              </a:ext>
            </a:extLst>
          </p:cNvPr>
          <p:cNvSpPr/>
          <p:nvPr/>
        </p:nvSpPr>
        <p:spPr>
          <a:xfrm>
            <a:off x="9511578" y="5282184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D769C37-D384-4745-97B9-E294C7F4D33D}"/>
              </a:ext>
            </a:extLst>
          </p:cNvPr>
          <p:cNvSpPr/>
          <p:nvPr/>
        </p:nvSpPr>
        <p:spPr>
          <a:xfrm>
            <a:off x="9875454" y="5605272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DE52AA-038A-6240-9133-6D0F4556A235}"/>
              </a:ext>
            </a:extLst>
          </p:cNvPr>
          <p:cNvSpPr/>
          <p:nvPr/>
        </p:nvSpPr>
        <p:spPr>
          <a:xfrm>
            <a:off x="3449649" y="2660788"/>
            <a:ext cx="4097604" cy="929756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49B765C-3F26-B040-9E7D-26C247EE802C}"/>
              </a:ext>
            </a:extLst>
          </p:cNvPr>
          <p:cNvSpPr/>
          <p:nvPr/>
        </p:nvSpPr>
        <p:spPr>
          <a:xfrm>
            <a:off x="3862803" y="2910840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54AE552-EE08-A74A-8C27-C43A9F26A9B3}"/>
              </a:ext>
            </a:extLst>
          </p:cNvPr>
          <p:cNvSpPr/>
          <p:nvPr/>
        </p:nvSpPr>
        <p:spPr>
          <a:xfrm>
            <a:off x="4448019" y="2910840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5C99924-1239-3046-A3EF-E3BC41A0C52F}"/>
              </a:ext>
            </a:extLst>
          </p:cNvPr>
          <p:cNvSpPr/>
          <p:nvPr/>
        </p:nvSpPr>
        <p:spPr>
          <a:xfrm>
            <a:off x="5036283" y="2910840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8CAD83F-7DDF-EE47-8259-5B7F15ED695A}"/>
              </a:ext>
            </a:extLst>
          </p:cNvPr>
          <p:cNvSpPr/>
          <p:nvPr/>
        </p:nvSpPr>
        <p:spPr>
          <a:xfrm>
            <a:off x="5626323" y="2910840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2D86D0E-4AD9-EA45-B466-DA62E3EFC25D}"/>
              </a:ext>
            </a:extLst>
          </p:cNvPr>
          <p:cNvSpPr/>
          <p:nvPr/>
        </p:nvSpPr>
        <p:spPr>
          <a:xfrm>
            <a:off x="6212811" y="2910840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E242046-2E46-9045-8151-16A18D4F8E29}"/>
              </a:ext>
            </a:extLst>
          </p:cNvPr>
          <p:cNvSpPr/>
          <p:nvPr/>
        </p:nvSpPr>
        <p:spPr>
          <a:xfrm>
            <a:off x="4231611" y="3233928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08FEA60-07F4-E242-957C-626706BB4646}"/>
              </a:ext>
            </a:extLst>
          </p:cNvPr>
          <p:cNvSpPr/>
          <p:nvPr/>
        </p:nvSpPr>
        <p:spPr>
          <a:xfrm>
            <a:off x="3638415" y="3233928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C3956C1-0F62-3742-92F0-1BA967B17E41}"/>
              </a:ext>
            </a:extLst>
          </p:cNvPr>
          <p:cNvSpPr/>
          <p:nvPr/>
        </p:nvSpPr>
        <p:spPr>
          <a:xfrm>
            <a:off x="4821111" y="3233928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843A3B3-D936-AF45-BFC0-CE4F3FAA5874}"/>
              </a:ext>
            </a:extLst>
          </p:cNvPr>
          <p:cNvSpPr/>
          <p:nvPr/>
        </p:nvSpPr>
        <p:spPr>
          <a:xfrm>
            <a:off x="5403711" y="3233928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A04A9C7-2D0B-BC4F-9C20-8B04D077A975}"/>
              </a:ext>
            </a:extLst>
          </p:cNvPr>
          <p:cNvSpPr/>
          <p:nvPr/>
        </p:nvSpPr>
        <p:spPr>
          <a:xfrm>
            <a:off x="6001191" y="3233928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65134B6-7ADF-2B49-BA24-79951574320D}"/>
              </a:ext>
            </a:extLst>
          </p:cNvPr>
          <p:cNvSpPr/>
          <p:nvPr/>
        </p:nvSpPr>
        <p:spPr>
          <a:xfrm>
            <a:off x="6584667" y="3233928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D782720-22E3-B04D-A8E8-D461ED9A23E5}"/>
              </a:ext>
            </a:extLst>
          </p:cNvPr>
          <p:cNvSpPr/>
          <p:nvPr/>
        </p:nvSpPr>
        <p:spPr>
          <a:xfrm>
            <a:off x="6804267" y="2910840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AE42CBE-2600-934B-B45B-5B678A773497}"/>
              </a:ext>
            </a:extLst>
          </p:cNvPr>
          <p:cNvSpPr/>
          <p:nvPr/>
        </p:nvSpPr>
        <p:spPr>
          <a:xfrm>
            <a:off x="7168143" y="3233928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6" name="直線箭頭接點 45">
            <a:extLst>
              <a:ext uri="{FF2B5EF4-FFF2-40B4-BE49-F238E27FC236}">
                <a16:creationId xmlns:a16="http://schemas.microsoft.com/office/drawing/2014/main" id="{72363648-D1FC-364D-9F0B-BA77D742428F}"/>
              </a:ext>
            </a:extLst>
          </p:cNvPr>
          <p:cNvCxnSpPr>
            <a:cxnSpLocks/>
            <a:stCxn id="39" idx="2"/>
            <a:endCxn id="4" idx="0"/>
          </p:cNvCxnSpPr>
          <p:nvPr/>
        </p:nvCxnSpPr>
        <p:spPr>
          <a:xfrm flipH="1">
            <a:off x="3425406" y="3453528"/>
            <a:ext cx="322809" cy="157860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箭頭接點 48">
            <a:extLst>
              <a:ext uri="{FF2B5EF4-FFF2-40B4-BE49-F238E27FC236}">
                <a16:creationId xmlns:a16="http://schemas.microsoft.com/office/drawing/2014/main" id="{58E2C63B-EF38-814F-AF12-1ECBF9F7BD2A}"/>
              </a:ext>
            </a:extLst>
          </p:cNvPr>
          <p:cNvCxnSpPr>
            <a:cxnSpLocks/>
            <a:stCxn id="38" idx="2"/>
            <a:endCxn id="18" idx="0"/>
          </p:cNvCxnSpPr>
          <p:nvPr/>
        </p:nvCxnSpPr>
        <p:spPr>
          <a:xfrm>
            <a:off x="4341411" y="3453528"/>
            <a:ext cx="3864351" cy="157860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C075C39F-1C60-464A-A4B4-0BB223BC3043}"/>
              </a:ext>
            </a:extLst>
          </p:cNvPr>
          <p:cNvSpPr/>
          <p:nvPr/>
        </p:nvSpPr>
        <p:spPr>
          <a:xfrm>
            <a:off x="3809855" y="2739089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mid</a:t>
            </a:r>
            <a:endParaRPr kumimoji="1" lang="zh-TW" altLang="en-US" sz="1100" dirty="0"/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FF582FA7-AA32-7446-9BEE-1D5E9B1BC928}"/>
              </a:ext>
            </a:extLst>
          </p:cNvPr>
          <p:cNvSpPr/>
          <p:nvPr/>
        </p:nvSpPr>
        <p:spPr>
          <a:xfrm>
            <a:off x="6527442" y="5111367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mid</a:t>
            </a:r>
            <a:endParaRPr kumimoji="1"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31006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BC74D9-0F65-1B47-9BD9-2A19ACA6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Insert</a:t>
            </a:r>
            <a:endParaRPr kumimoji="1" lang="zh-TW" altLang="en-US" dirty="0"/>
          </a:p>
        </p:txBody>
      </p:sp>
      <p:sp>
        <p:nvSpPr>
          <p:cNvPr id="47" name="內容版面配置區 46">
            <a:extLst>
              <a:ext uri="{FF2B5EF4-FFF2-40B4-BE49-F238E27FC236}">
                <a16:creationId xmlns:a16="http://schemas.microsoft.com/office/drawing/2014/main" id="{9392BE9B-1CC6-6149-8811-7D78BADC2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Case: Parent node is not full.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9D1502-4ED6-A64B-937E-21E1959AD126}"/>
              </a:ext>
            </a:extLst>
          </p:cNvPr>
          <p:cNvSpPr/>
          <p:nvPr/>
        </p:nvSpPr>
        <p:spPr>
          <a:xfrm>
            <a:off x="2422578" y="5300616"/>
            <a:ext cx="3567324" cy="8350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AF60EC-8A9B-E740-BEFC-4E2120528D14}"/>
              </a:ext>
            </a:extLst>
          </p:cNvPr>
          <p:cNvSpPr/>
          <p:nvPr/>
        </p:nvSpPr>
        <p:spPr>
          <a:xfrm>
            <a:off x="2850462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A4AE9E-9617-2D41-9118-AE2729423F3A}"/>
              </a:ext>
            </a:extLst>
          </p:cNvPr>
          <p:cNvSpPr/>
          <p:nvPr/>
        </p:nvSpPr>
        <p:spPr>
          <a:xfrm>
            <a:off x="3435678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936DF6-088B-3F4E-889E-9177E48F0094}"/>
              </a:ext>
            </a:extLst>
          </p:cNvPr>
          <p:cNvSpPr/>
          <p:nvPr/>
        </p:nvSpPr>
        <p:spPr>
          <a:xfrm>
            <a:off x="4023942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1ECE6-ED0A-DE45-8521-9BF214A8575B}"/>
              </a:ext>
            </a:extLst>
          </p:cNvPr>
          <p:cNvSpPr/>
          <p:nvPr/>
        </p:nvSpPr>
        <p:spPr>
          <a:xfrm>
            <a:off x="4612206" y="5489448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5104DE-1A37-4A41-BF12-8C70F9C0B594}"/>
              </a:ext>
            </a:extLst>
          </p:cNvPr>
          <p:cNvSpPr/>
          <p:nvPr/>
        </p:nvSpPr>
        <p:spPr>
          <a:xfrm>
            <a:off x="5200470" y="5489448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F10C6F-C0C8-7C44-9AE6-0E08B18EA511}"/>
              </a:ext>
            </a:extLst>
          </p:cNvPr>
          <p:cNvSpPr/>
          <p:nvPr/>
        </p:nvSpPr>
        <p:spPr>
          <a:xfrm>
            <a:off x="321927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D6CE21-5999-2348-88F2-AF36EA973208}"/>
              </a:ext>
            </a:extLst>
          </p:cNvPr>
          <p:cNvSpPr/>
          <p:nvPr/>
        </p:nvSpPr>
        <p:spPr>
          <a:xfrm>
            <a:off x="2626074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3A53EA7-B55A-A042-82E2-55E50922680F}"/>
              </a:ext>
            </a:extLst>
          </p:cNvPr>
          <p:cNvSpPr/>
          <p:nvPr/>
        </p:nvSpPr>
        <p:spPr>
          <a:xfrm>
            <a:off x="380877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74E1A0-D5CF-C344-8AD1-D5BA074A56D3}"/>
              </a:ext>
            </a:extLst>
          </p:cNvPr>
          <p:cNvSpPr/>
          <p:nvPr/>
        </p:nvSpPr>
        <p:spPr>
          <a:xfrm>
            <a:off x="439137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208FD55-0929-5148-916D-94538D6996E8}"/>
              </a:ext>
            </a:extLst>
          </p:cNvPr>
          <p:cNvSpPr/>
          <p:nvPr/>
        </p:nvSpPr>
        <p:spPr>
          <a:xfrm>
            <a:off x="4988850" y="5812536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AC05679-2BF5-DE4E-A3EF-A3E4A67A360D}"/>
              </a:ext>
            </a:extLst>
          </p:cNvPr>
          <p:cNvSpPr/>
          <p:nvPr/>
        </p:nvSpPr>
        <p:spPr>
          <a:xfrm>
            <a:off x="5572326" y="5812536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F71F4A6-6CC8-C74F-AA2B-800EE8136D75}"/>
              </a:ext>
            </a:extLst>
          </p:cNvPr>
          <p:cNvSpPr/>
          <p:nvPr/>
        </p:nvSpPr>
        <p:spPr>
          <a:xfrm>
            <a:off x="6387588" y="5300616"/>
            <a:ext cx="3567324" cy="8350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C14679-6A49-E14E-A897-0106CEC07DCD}"/>
              </a:ext>
            </a:extLst>
          </p:cNvPr>
          <p:cNvSpPr/>
          <p:nvPr/>
        </p:nvSpPr>
        <p:spPr>
          <a:xfrm>
            <a:off x="6815472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9DDB41B-CBBC-CF42-80CA-CD322214F323}"/>
              </a:ext>
            </a:extLst>
          </p:cNvPr>
          <p:cNvSpPr/>
          <p:nvPr/>
        </p:nvSpPr>
        <p:spPr>
          <a:xfrm>
            <a:off x="7400688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F4FCBDC-C2D1-E947-9A03-C3EF41F5DB20}"/>
              </a:ext>
            </a:extLst>
          </p:cNvPr>
          <p:cNvSpPr/>
          <p:nvPr/>
        </p:nvSpPr>
        <p:spPr>
          <a:xfrm>
            <a:off x="7988952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4986EC-CA82-0044-B774-0E23FEF0D72D}"/>
              </a:ext>
            </a:extLst>
          </p:cNvPr>
          <p:cNvSpPr/>
          <p:nvPr/>
        </p:nvSpPr>
        <p:spPr>
          <a:xfrm>
            <a:off x="8577216" y="5489448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ACFA9CA-8D41-3948-BC30-0388E59CDABA}"/>
              </a:ext>
            </a:extLst>
          </p:cNvPr>
          <p:cNvSpPr/>
          <p:nvPr/>
        </p:nvSpPr>
        <p:spPr>
          <a:xfrm>
            <a:off x="9165480" y="5489448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AC22FB3-F44A-8E45-A2DE-17A70421C23F}"/>
              </a:ext>
            </a:extLst>
          </p:cNvPr>
          <p:cNvSpPr/>
          <p:nvPr/>
        </p:nvSpPr>
        <p:spPr>
          <a:xfrm>
            <a:off x="718428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9AE891-8BA1-A041-8CFA-2B9C7C093A9A}"/>
              </a:ext>
            </a:extLst>
          </p:cNvPr>
          <p:cNvSpPr/>
          <p:nvPr/>
        </p:nvSpPr>
        <p:spPr>
          <a:xfrm>
            <a:off x="6591084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78D240-FC67-E045-B1FD-AC0F9AF86B46}"/>
              </a:ext>
            </a:extLst>
          </p:cNvPr>
          <p:cNvSpPr/>
          <p:nvPr/>
        </p:nvSpPr>
        <p:spPr>
          <a:xfrm>
            <a:off x="777378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2BBF958-02A1-8A4F-83D2-4C3AD249FBF5}"/>
              </a:ext>
            </a:extLst>
          </p:cNvPr>
          <p:cNvSpPr/>
          <p:nvPr/>
        </p:nvSpPr>
        <p:spPr>
          <a:xfrm>
            <a:off x="835638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B0AD8C9-02DA-0348-A834-C6EECE2A6920}"/>
              </a:ext>
            </a:extLst>
          </p:cNvPr>
          <p:cNvSpPr/>
          <p:nvPr/>
        </p:nvSpPr>
        <p:spPr>
          <a:xfrm>
            <a:off x="8953860" y="5812536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3D05B08-61C5-1648-AEA7-E2D3DCCFC9E2}"/>
              </a:ext>
            </a:extLst>
          </p:cNvPr>
          <p:cNvSpPr/>
          <p:nvPr/>
        </p:nvSpPr>
        <p:spPr>
          <a:xfrm>
            <a:off x="9537336" y="5812536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8E143CD-418B-B045-AD81-67A50778CBB7}"/>
              </a:ext>
            </a:extLst>
          </p:cNvPr>
          <p:cNvSpPr/>
          <p:nvPr/>
        </p:nvSpPr>
        <p:spPr>
          <a:xfrm>
            <a:off x="4205220" y="2660644"/>
            <a:ext cx="3567324" cy="8350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B7BB842-DF7F-4848-925E-FC056B991822}"/>
              </a:ext>
            </a:extLst>
          </p:cNvPr>
          <p:cNvSpPr/>
          <p:nvPr/>
        </p:nvSpPr>
        <p:spPr>
          <a:xfrm>
            <a:off x="4633104" y="2849476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DE1D3F1-0400-CF45-846C-543EFDE08FBC}"/>
              </a:ext>
            </a:extLst>
          </p:cNvPr>
          <p:cNvSpPr/>
          <p:nvPr/>
        </p:nvSpPr>
        <p:spPr>
          <a:xfrm>
            <a:off x="5218320" y="2849476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DB34BC2-C9FD-2249-86E8-0A83C8189F28}"/>
              </a:ext>
            </a:extLst>
          </p:cNvPr>
          <p:cNvSpPr/>
          <p:nvPr/>
        </p:nvSpPr>
        <p:spPr>
          <a:xfrm>
            <a:off x="5806584" y="2849476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E67B5E7-3008-3E44-8C36-7DB184C62AA0}"/>
              </a:ext>
            </a:extLst>
          </p:cNvPr>
          <p:cNvSpPr/>
          <p:nvPr/>
        </p:nvSpPr>
        <p:spPr>
          <a:xfrm>
            <a:off x="6394848" y="2849476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A330C74-4856-414F-8C80-FFFB013A40B3}"/>
              </a:ext>
            </a:extLst>
          </p:cNvPr>
          <p:cNvSpPr/>
          <p:nvPr/>
        </p:nvSpPr>
        <p:spPr>
          <a:xfrm>
            <a:off x="6983112" y="2849476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0F22D4D-CF24-954E-8A75-44F16DD07D2F}"/>
              </a:ext>
            </a:extLst>
          </p:cNvPr>
          <p:cNvSpPr/>
          <p:nvPr/>
        </p:nvSpPr>
        <p:spPr>
          <a:xfrm>
            <a:off x="5001912" y="3172564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CE06A18-EE58-A74C-81C0-53106F4F90A2}"/>
              </a:ext>
            </a:extLst>
          </p:cNvPr>
          <p:cNvSpPr/>
          <p:nvPr/>
        </p:nvSpPr>
        <p:spPr>
          <a:xfrm>
            <a:off x="4408716" y="3172564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5FCAFF9-C651-E247-B13F-DDC775D4AE75}"/>
              </a:ext>
            </a:extLst>
          </p:cNvPr>
          <p:cNvSpPr/>
          <p:nvPr/>
        </p:nvSpPr>
        <p:spPr>
          <a:xfrm>
            <a:off x="5591412" y="3172564"/>
            <a:ext cx="219600" cy="21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5B41571-D745-B040-B173-9DA64CFDEBDE}"/>
              </a:ext>
            </a:extLst>
          </p:cNvPr>
          <p:cNvSpPr/>
          <p:nvPr/>
        </p:nvSpPr>
        <p:spPr>
          <a:xfrm>
            <a:off x="6174012" y="3172564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B86E481-52BA-2A45-B02D-C5F58A463515}"/>
              </a:ext>
            </a:extLst>
          </p:cNvPr>
          <p:cNvSpPr/>
          <p:nvPr/>
        </p:nvSpPr>
        <p:spPr>
          <a:xfrm>
            <a:off x="6771492" y="3172564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3B3F8EF-1760-884C-9579-7101DB1E392E}"/>
              </a:ext>
            </a:extLst>
          </p:cNvPr>
          <p:cNvSpPr/>
          <p:nvPr/>
        </p:nvSpPr>
        <p:spPr>
          <a:xfrm>
            <a:off x="7354968" y="3172564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E25150C5-F04E-E048-A45E-E70A7641C955}"/>
              </a:ext>
            </a:extLst>
          </p:cNvPr>
          <p:cNvCxnSpPr>
            <a:cxnSpLocks/>
            <a:stCxn id="34" idx="2"/>
            <a:endCxn id="4" idx="0"/>
          </p:cNvCxnSpPr>
          <p:nvPr/>
        </p:nvCxnSpPr>
        <p:spPr>
          <a:xfrm flipH="1">
            <a:off x="4206240" y="3392164"/>
            <a:ext cx="905472" cy="190845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682F9A75-CC79-8748-A3FD-60C90E6D50B7}"/>
              </a:ext>
            </a:extLst>
          </p:cNvPr>
          <p:cNvCxnSpPr>
            <a:cxnSpLocks/>
            <a:stCxn id="36" idx="2"/>
            <a:endCxn id="16" idx="0"/>
          </p:cNvCxnSpPr>
          <p:nvPr/>
        </p:nvCxnSpPr>
        <p:spPr>
          <a:xfrm>
            <a:off x="5701212" y="3392164"/>
            <a:ext cx="2470038" cy="190845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1649AF27-85E2-674C-82E7-5801ED9E915D}"/>
              </a:ext>
            </a:extLst>
          </p:cNvPr>
          <p:cNvSpPr/>
          <p:nvPr/>
        </p:nvSpPr>
        <p:spPr>
          <a:xfrm>
            <a:off x="5179204" y="2687510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mid</a:t>
            </a:r>
            <a:endParaRPr kumimoji="1" lang="zh-TW" altLang="en-US" sz="1100" dirty="0"/>
          </a:p>
        </p:txBody>
      </p: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DD44FB8D-EA9F-1A48-9E1A-2253E1D92C2D}"/>
              </a:ext>
            </a:extLst>
          </p:cNvPr>
          <p:cNvSpPr/>
          <p:nvPr/>
        </p:nvSpPr>
        <p:spPr>
          <a:xfrm>
            <a:off x="6772800" y="5324359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mid</a:t>
            </a:r>
            <a:endParaRPr kumimoji="1" lang="zh-TW" altLang="en-US" sz="1100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A6B4D8E-7CE0-0643-A922-6B358F35872D}"/>
              </a:ext>
            </a:extLst>
          </p:cNvPr>
          <p:cNvSpPr txBox="1"/>
          <p:nvPr/>
        </p:nvSpPr>
        <p:spPr>
          <a:xfrm>
            <a:off x="7938444" y="2928416"/>
            <a:ext cx="1412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Parent Node</a:t>
            </a:r>
            <a:endParaRPr kumimoji="1"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45CCDB5-56FE-BE4B-8BEB-8152B9E1AE15}"/>
              </a:ext>
            </a:extLst>
          </p:cNvPr>
          <p:cNvSpPr txBox="1"/>
          <p:nvPr/>
        </p:nvSpPr>
        <p:spPr>
          <a:xfrm>
            <a:off x="7254213" y="6176963"/>
            <a:ext cx="1844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New Sibling Node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33987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BC74D9-0F65-1B47-9BD9-2A19ACA6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Insert</a:t>
            </a:r>
            <a:endParaRPr kumimoji="1" lang="zh-TW" altLang="en-US" dirty="0"/>
          </a:p>
        </p:txBody>
      </p:sp>
      <p:sp>
        <p:nvSpPr>
          <p:cNvPr id="47" name="內容版面配置區 46">
            <a:extLst>
              <a:ext uri="{FF2B5EF4-FFF2-40B4-BE49-F238E27FC236}">
                <a16:creationId xmlns:a16="http://schemas.microsoft.com/office/drawing/2014/main" id="{9392BE9B-1CC6-6149-8811-7D78BADC2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Case: Parent node is full.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9D1502-4ED6-A64B-937E-21E1959AD126}"/>
              </a:ext>
            </a:extLst>
          </p:cNvPr>
          <p:cNvSpPr/>
          <p:nvPr/>
        </p:nvSpPr>
        <p:spPr>
          <a:xfrm>
            <a:off x="2422578" y="5300616"/>
            <a:ext cx="3567324" cy="8350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AF60EC-8A9B-E740-BEFC-4E2120528D14}"/>
              </a:ext>
            </a:extLst>
          </p:cNvPr>
          <p:cNvSpPr/>
          <p:nvPr/>
        </p:nvSpPr>
        <p:spPr>
          <a:xfrm>
            <a:off x="2850462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1</a:t>
            </a:r>
            <a:endParaRPr kumimoji="1"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A4AE9E-9617-2D41-9118-AE2729423F3A}"/>
              </a:ext>
            </a:extLst>
          </p:cNvPr>
          <p:cNvSpPr/>
          <p:nvPr/>
        </p:nvSpPr>
        <p:spPr>
          <a:xfrm>
            <a:off x="3435678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2</a:t>
            </a:r>
            <a:endParaRPr kumimoji="1"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936DF6-088B-3F4E-889E-9177E48F0094}"/>
              </a:ext>
            </a:extLst>
          </p:cNvPr>
          <p:cNvSpPr/>
          <p:nvPr/>
        </p:nvSpPr>
        <p:spPr>
          <a:xfrm>
            <a:off x="4023942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3</a:t>
            </a:r>
            <a:endParaRPr kumimoji="1"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1ECE6-ED0A-DE45-8521-9BF214A8575B}"/>
              </a:ext>
            </a:extLst>
          </p:cNvPr>
          <p:cNvSpPr/>
          <p:nvPr/>
        </p:nvSpPr>
        <p:spPr>
          <a:xfrm>
            <a:off x="4612206" y="5489448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5104DE-1A37-4A41-BF12-8C70F9C0B594}"/>
              </a:ext>
            </a:extLst>
          </p:cNvPr>
          <p:cNvSpPr/>
          <p:nvPr/>
        </p:nvSpPr>
        <p:spPr>
          <a:xfrm>
            <a:off x="5200470" y="5489448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F10C6F-C0C8-7C44-9AE6-0E08B18EA511}"/>
              </a:ext>
            </a:extLst>
          </p:cNvPr>
          <p:cNvSpPr/>
          <p:nvPr/>
        </p:nvSpPr>
        <p:spPr>
          <a:xfrm>
            <a:off x="321927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D6CE21-5999-2348-88F2-AF36EA973208}"/>
              </a:ext>
            </a:extLst>
          </p:cNvPr>
          <p:cNvSpPr/>
          <p:nvPr/>
        </p:nvSpPr>
        <p:spPr>
          <a:xfrm>
            <a:off x="2626074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3A53EA7-B55A-A042-82E2-55E50922680F}"/>
              </a:ext>
            </a:extLst>
          </p:cNvPr>
          <p:cNvSpPr/>
          <p:nvPr/>
        </p:nvSpPr>
        <p:spPr>
          <a:xfrm>
            <a:off x="380877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74E1A0-D5CF-C344-8AD1-D5BA074A56D3}"/>
              </a:ext>
            </a:extLst>
          </p:cNvPr>
          <p:cNvSpPr/>
          <p:nvPr/>
        </p:nvSpPr>
        <p:spPr>
          <a:xfrm>
            <a:off x="439137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208FD55-0929-5148-916D-94538D6996E8}"/>
              </a:ext>
            </a:extLst>
          </p:cNvPr>
          <p:cNvSpPr/>
          <p:nvPr/>
        </p:nvSpPr>
        <p:spPr>
          <a:xfrm>
            <a:off x="4988850" y="5812536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AC05679-2BF5-DE4E-A3EF-A3E4A67A360D}"/>
              </a:ext>
            </a:extLst>
          </p:cNvPr>
          <p:cNvSpPr/>
          <p:nvPr/>
        </p:nvSpPr>
        <p:spPr>
          <a:xfrm>
            <a:off x="5572326" y="5812536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F71F4A6-6CC8-C74F-AA2B-800EE8136D75}"/>
              </a:ext>
            </a:extLst>
          </p:cNvPr>
          <p:cNvSpPr/>
          <p:nvPr/>
        </p:nvSpPr>
        <p:spPr>
          <a:xfrm>
            <a:off x="6387588" y="5300616"/>
            <a:ext cx="3567324" cy="8350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C14679-6A49-E14E-A897-0106CEC07DCD}"/>
              </a:ext>
            </a:extLst>
          </p:cNvPr>
          <p:cNvSpPr/>
          <p:nvPr/>
        </p:nvSpPr>
        <p:spPr>
          <a:xfrm>
            <a:off x="6815472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4</a:t>
            </a:r>
            <a:endParaRPr kumimoji="1"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9DDB41B-CBBC-CF42-80CA-CD322214F323}"/>
              </a:ext>
            </a:extLst>
          </p:cNvPr>
          <p:cNvSpPr/>
          <p:nvPr/>
        </p:nvSpPr>
        <p:spPr>
          <a:xfrm>
            <a:off x="7400688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5</a:t>
            </a:r>
            <a:endParaRPr kumimoji="1"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F4FCBDC-C2D1-E947-9A03-C3EF41F5DB20}"/>
              </a:ext>
            </a:extLst>
          </p:cNvPr>
          <p:cNvSpPr/>
          <p:nvPr/>
        </p:nvSpPr>
        <p:spPr>
          <a:xfrm>
            <a:off x="7988952" y="5489448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6</a:t>
            </a:r>
            <a:endParaRPr kumimoji="1" lang="zh-TW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4986EC-CA82-0044-B774-0E23FEF0D72D}"/>
              </a:ext>
            </a:extLst>
          </p:cNvPr>
          <p:cNvSpPr/>
          <p:nvPr/>
        </p:nvSpPr>
        <p:spPr>
          <a:xfrm>
            <a:off x="8577216" y="5489448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ACFA9CA-8D41-3948-BC30-0388E59CDABA}"/>
              </a:ext>
            </a:extLst>
          </p:cNvPr>
          <p:cNvSpPr/>
          <p:nvPr/>
        </p:nvSpPr>
        <p:spPr>
          <a:xfrm>
            <a:off x="9165480" y="5489448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AC22FB3-F44A-8E45-A2DE-17A70421C23F}"/>
              </a:ext>
            </a:extLst>
          </p:cNvPr>
          <p:cNvSpPr/>
          <p:nvPr/>
        </p:nvSpPr>
        <p:spPr>
          <a:xfrm>
            <a:off x="718428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9AE891-8BA1-A041-8CFA-2B9C7C093A9A}"/>
              </a:ext>
            </a:extLst>
          </p:cNvPr>
          <p:cNvSpPr/>
          <p:nvPr/>
        </p:nvSpPr>
        <p:spPr>
          <a:xfrm>
            <a:off x="6591084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78D240-FC67-E045-B1FD-AC0F9AF86B46}"/>
              </a:ext>
            </a:extLst>
          </p:cNvPr>
          <p:cNvSpPr/>
          <p:nvPr/>
        </p:nvSpPr>
        <p:spPr>
          <a:xfrm>
            <a:off x="777378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2BBF958-02A1-8A4F-83D2-4C3AD249FBF5}"/>
              </a:ext>
            </a:extLst>
          </p:cNvPr>
          <p:cNvSpPr/>
          <p:nvPr/>
        </p:nvSpPr>
        <p:spPr>
          <a:xfrm>
            <a:off x="8356380" y="5812536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B0AD8C9-02DA-0348-A834-C6EECE2A6920}"/>
              </a:ext>
            </a:extLst>
          </p:cNvPr>
          <p:cNvSpPr/>
          <p:nvPr/>
        </p:nvSpPr>
        <p:spPr>
          <a:xfrm>
            <a:off x="8953860" y="5812536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3D05B08-61C5-1648-AEA7-E2D3DCCFC9E2}"/>
              </a:ext>
            </a:extLst>
          </p:cNvPr>
          <p:cNvSpPr/>
          <p:nvPr/>
        </p:nvSpPr>
        <p:spPr>
          <a:xfrm>
            <a:off x="9537336" y="5812536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8E143CD-418B-B045-AD81-67A50778CBB7}"/>
              </a:ext>
            </a:extLst>
          </p:cNvPr>
          <p:cNvSpPr/>
          <p:nvPr/>
        </p:nvSpPr>
        <p:spPr>
          <a:xfrm>
            <a:off x="4205220" y="2660644"/>
            <a:ext cx="3567324" cy="835008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B7BB842-DF7F-4848-925E-FC056B991822}"/>
              </a:ext>
            </a:extLst>
          </p:cNvPr>
          <p:cNvSpPr/>
          <p:nvPr/>
        </p:nvSpPr>
        <p:spPr>
          <a:xfrm>
            <a:off x="4633104" y="2849476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0</a:t>
            </a:r>
            <a:endParaRPr kumimoji="1"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DE1D3F1-0400-CF45-846C-543EFDE08FBC}"/>
              </a:ext>
            </a:extLst>
          </p:cNvPr>
          <p:cNvSpPr/>
          <p:nvPr/>
        </p:nvSpPr>
        <p:spPr>
          <a:xfrm>
            <a:off x="5218320" y="2849476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7</a:t>
            </a:r>
            <a:endParaRPr kumimoji="1"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DB34BC2-C9FD-2249-86E8-0A83C8189F28}"/>
              </a:ext>
            </a:extLst>
          </p:cNvPr>
          <p:cNvSpPr/>
          <p:nvPr/>
        </p:nvSpPr>
        <p:spPr>
          <a:xfrm>
            <a:off x="5806584" y="2849476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9</a:t>
            </a:r>
            <a:endParaRPr kumimoji="1"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E67B5E7-3008-3E44-8C36-7DB184C62AA0}"/>
              </a:ext>
            </a:extLst>
          </p:cNvPr>
          <p:cNvSpPr/>
          <p:nvPr/>
        </p:nvSpPr>
        <p:spPr>
          <a:xfrm>
            <a:off x="6394848" y="2849476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10</a:t>
            </a:r>
            <a:endParaRPr kumimoji="1" lang="zh-TW" altLang="en-US" sz="14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A330C74-4856-414F-8C80-FFFB013A40B3}"/>
              </a:ext>
            </a:extLst>
          </p:cNvPr>
          <p:cNvSpPr/>
          <p:nvPr/>
        </p:nvSpPr>
        <p:spPr>
          <a:xfrm>
            <a:off x="6983112" y="2849476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11</a:t>
            </a:r>
            <a:endParaRPr kumimoji="1" lang="zh-TW" altLang="en-US" sz="140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0F22D4D-CF24-954E-8A75-44F16DD07D2F}"/>
              </a:ext>
            </a:extLst>
          </p:cNvPr>
          <p:cNvSpPr/>
          <p:nvPr/>
        </p:nvSpPr>
        <p:spPr>
          <a:xfrm>
            <a:off x="5001912" y="3172564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CE06A18-EE58-A74C-81C0-53106F4F90A2}"/>
              </a:ext>
            </a:extLst>
          </p:cNvPr>
          <p:cNvSpPr/>
          <p:nvPr/>
        </p:nvSpPr>
        <p:spPr>
          <a:xfrm>
            <a:off x="4408716" y="3172564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5FCAFF9-C651-E247-B13F-DDC775D4AE75}"/>
              </a:ext>
            </a:extLst>
          </p:cNvPr>
          <p:cNvSpPr/>
          <p:nvPr/>
        </p:nvSpPr>
        <p:spPr>
          <a:xfrm>
            <a:off x="5591412" y="3172564"/>
            <a:ext cx="219600" cy="21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5B41571-D745-B040-B173-9DA64CFDEBDE}"/>
              </a:ext>
            </a:extLst>
          </p:cNvPr>
          <p:cNvSpPr/>
          <p:nvPr/>
        </p:nvSpPr>
        <p:spPr>
          <a:xfrm>
            <a:off x="6174012" y="3172564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B86E481-52BA-2A45-B02D-C5F58A463515}"/>
              </a:ext>
            </a:extLst>
          </p:cNvPr>
          <p:cNvSpPr/>
          <p:nvPr/>
        </p:nvSpPr>
        <p:spPr>
          <a:xfrm>
            <a:off x="6771492" y="3172564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3B3F8EF-1760-884C-9579-7101DB1E392E}"/>
              </a:ext>
            </a:extLst>
          </p:cNvPr>
          <p:cNvSpPr/>
          <p:nvPr/>
        </p:nvSpPr>
        <p:spPr>
          <a:xfrm>
            <a:off x="7354968" y="3172564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E25150C5-F04E-E048-A45E-E70A7641C955}"/>
              </a:ext>
            </a:extLst>
          </p:cNvPr>
          <p:cNvCxnSpPr>
            <a:cxnSpLocks/>
            <a:stCxn id="34" idx="2"/>
            <a:endCxn id="4" idx="0"/>
          </p:cNvCxnSpPr>
          <p:nvPr/>
        </p:nvCxnSpPr>
        <p:spPr>
          <a:xfrm flipH="1">
            <a:off x="4206240" y="3392164"/>
            <a:ext cx="905472" cy="190845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1649AF27-85E2-674C-82E7-5801ED9E915D}"/>
              </a:ext>
            </a:extLst>
          </p:cNvPr>
          <p:cNvSpPr/>
          <p:nvPr/>
        </p:nvSpPr>
        <p:spPr>
          <a:xfrm>
            <a:off x="2292942" y="2725922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mid</a:t>
            </a:r>
            <a:endParaRPr kumimoji="1" lang="zh-TW" altLang="en-US" sz="1100" dirty="0"/>
          </a:p>
        </p:txBody>
      </p: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DD44FB8D-EA9F-1A48-9E1A-2253E1D92C2D}"/>
              </a:ext>
            </a:extLst>
          </p:cNvPr>
          <p:cNvSpPr/>
          <p:nvPr/>
        </p:nvSpPr>
        <p:spPr>
          <a:xfrm>
            <a:off x="6772800" y="5324359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mid</a:t>
            </a:r>
            <a:endParaRPr kumimoji="1" lang="zh-TW" altLang="en-US" sz="1100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A6B4D8E-7CE0-0643-A922-6B358F35872D}"/>
              </a:ext>
            </a:extLst>
          </p:cNvPr>
          <p:cNvSpPr txBox="1"/>
          <p:nvPr/>
        </p:nvSpPr>
        <p:spPr>
          <a:xfrm>
            <a:off x="7938444" y="2928416"/>
            <a:ext cx="1359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Parent Node</a:t>
            </a:r>
            <a:endParaRPr kumimoji="1"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45CCDB5-56FE-BE4B-8BEB-8152B9E1AE15}"/>
              </a:ext>
            </a:extLst>
          </p:cNvPr>
          <p:cNvSpPr txBox="1"/>
          <p:nvPr/>
        </p:nvSpPr>
        <p:spPr>
          <a:xfrm>
            <a:off x="7254213" y="6176963"/>
            <a:ext cx="1844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New Sibling Node</a:t>
            </a:r>
            <a:endParaRPr kumimoji="1" lang="zh-TW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3528E48-A9A2-594F-B1B4-BCF8ADD96973}"/>
              </a:ext>
            </a:extLst>
          </p:cNvPr>
          <p:cNvSpPr/>
          <p:nvPr/>
        </p:nvSpPr>
        <p:spPr>
          <a:xfrm>
            <a:off x="2335614" y="2928416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4</a:t>
            </a:r>
            <a:endParaRPr kumimoji="1" lang="zh-TW" altLang="en-US" dirty="0"/>
          </a:p>
        </p:txBody>
      </p:sp>
      <p:sp>
        <p:nvSpPr>
          <p:cNvPr id="50" name="弧線 49">
            <a:extLst>
              <a:ext uri="{FF2B5EF4-FFF2-40B4-BE49-F238E27FC236}">
                <a16:creationId xmlns:a16="http://schemas.microsoft.com/office/drawing/2014/main" id="{D9D468E9-661D-AC42-BA6C-3FC320F5CB20}"/>
              </a:ext>
            </a:extLst>
          </p:cNvPr>
          <p:cNvSpPr/>
          <p:nvPr/>
        </p:nvSpPr>
        <p:spPr>
          <a:xfrm rot="19721105">
            <a:off x="2451094" y="2760335"/>
            <a:ext cx="2137279" cy="2328740"/>
          </a:xfrm>
          <a:prstGeom prst="arc">
            <a:avLst>
              <a:gd name="adj1" fmla="val 16200000"/>
              <a:gd name="adj2" fmla="val 18838927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80F996E8-07F2-FA41-998D-B524B7D6A103}"/>
              </a:ext>
            </a:extLst>
          </p:cNvPr>
          <p:cNvSpPr txBox="1"/>
          <p:nvPr/>
        </p:nvSpPr>
        <p:spPr>
          <a:xfrm>
            <a:off x="2930005" y="2431941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insert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33224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內容版面配置區 46">
            <a:extLst>
              <a:ext uri="{FF2B5EF4-FFF2-40B4-BE49-F238E27FC236}">
                <a16:creationId xmlns:a16="http://schemas.microsoft.com/office/drawing/2014/main" id="{9392BE9B-1CC6-6149-8811-7D78BADC2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Split the patent node into two nodes.</a:t>
            </a:r>
          </a:p>
          <a:p>
            <a:r>
              <a:rPr lang="en-US" altLang="zh-TW" dirty="0"/>
              <a:t>Push the [parent_mid] element to the grandparent node.</a:t>
            </a:r>
          </a:p>
          <a:p>
            <a:r>
              <a:rPr lang="en-US" altLang="zh-TW" dirty="0"/>
              <a:t>Element that push from non-leaf node doesn’t need to keep in the non-leaf node.</a:t>
            </a:r>
          </a:p>
          <a:p>
            <a:r>
              <a:rPr lang="en-US" altLang="zh-TW" dirty="0"/>
              <a:t>Recursively until all the node is inserted.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4BC74D9-0F65-1B47-9BD9-2A19ACA6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Insert</a:t>
            </a:r>
            <a:endParaRPr kumimoji="1" lang="zh-TW" altLang="en-US" dirty="0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2042E95-883B-B143-BD4E-F2C4DF66FE22}"/>
              </a:ext>
            </a:extLst>
          </p:cNvPr>
          <p:cNvSpPr/>
          <p:nvPr/>
        </p:nvSpPr>
        <p:spPr>
          <a:xfrm>
            <a:off x="4415919" y="5346121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0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003FF4D-D63F-014B-92C7-0B94CE4CD3CE}"/>
              </a:ext>
            </a:extLst>
          </p:cNvPr>
          <p:cNvSpPr/>
          <p:nvPr/>
        </p:nvSpPr>
        <p:spPr>
          <a:xfrm>
            <a:off x="5016951" y="5346121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922A113-7D14-B64A-9E1B-0401B630D259}"/>
              </a:ext>
            </a:extLst>
          </p:cNvPr>
          <p:cNvSpPr/>
          <p:nvPr/>
        </p:nvSpPr>
        <p:spPr>
          <a:xfrm>
            <a:off x="5602167" y="5346121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21DAC56-85C4-2145-85CD-F5EC4F4B52E6}"/>
              </a:ext>
            </a:extLst>
          </p:cNvPr>
          <p:cNvSpPr/>
          <p:nvPr/>
        </p:nvSpPr>
        <p:spPr>
          <a:xfrm>
            <a:off x="6190431" y="5346121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9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82CF1FE-A7FD-6643-B146-91F706EE3EFA}"/>
              </a:ext>
            </a:extLst>
          </p:cNvPr>
          <p:cNvSpPr/>
          <p:nvPr/>
        </p:nvSpPr>
        <p:spPr>
          <a:xfrm>
            <a:off x="6778695" y="5346121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10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6304BB14-E4D5-9C47-9045-3256A8611AA7}"/>
              </a:ext>
            </a:extLst>
          </p:cNvPr>
          <p:cNvSpPr/>
          <p:nvPr/>
        </p:nvSpPr>
        <p:spPr>
          <a:xfrm>
            <a:off x="7366959" y="5346121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11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0539E58-AC4C-824F-AC7E-0944D08B3B83}"/>
              </a:ext>
            </a:extLst>
          </p:cNvPr>
          <p:cNvSpPr/>
          <p:nvPr/>
        </p:nvSpPr>
        <p:spPr>
          <a:xfrm>
            <a:off x="5385759" y="5669209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983D9B6-67FD-5943-BE54-03E4AD71C229}"/>
              </a:ext>
            </a:extLst>
          </p:cNvPr>
          <p:cNvSpPr/>
          <p:nvPr/>
        </p:nvSpPr>
        <p:spPr>
          <a:xfrm>
            <a:off x="4792563" y="5669209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5A064BD-7F5C-2640-AD43-3CC022465425}"/>
              </a:ext>
            </a:extLst>
          </p:cNvPr>
          <p:cNvSpPr/>
          <p:nvPr/>
        </p:nvSpPr>
        <p:spPr>
          <a:xfrm>
            <a:off x="5975259" y="5669209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F310C10-4258-AD4C-9D60-34E6993D8761}"/>
              </a:ext>
            </a:extLst>
          </p:cNvPr>
          <p:cNvSpPr/>
          <p:nvPr/>
        </p:nvSpPr>
        <p:spPr>
          <a:xfrm>
            <a:off x="6557859" y="5669209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FE2B9EE7-2E41-1E4B-9D7A-73150E4C4624}"/>
              </a:ext>
            </a:extLst>
          </p:cNvPr>
          <p:cNvSpPr/>
          <p:nvPr/>
        </p:nvSpPr>
        <p:spPr>
          <a:xfrm>
            <a:off x="7155339" y="5669209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C28CCF2-6C79-9741-8EB5-5F5864D868F2}"/>
              </a:ext>
            </a:extLst>
          </p:cNvPr>
          <p:cNvSpPr/>
          <p:nvPr/>
        </p:nvSpPr>
        <p:spPr>
          <a:xfrm>
            <a:off x="7738815" y="5669209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5A1F08F-9556-5B4B-B3AB-08BA8F634183}"/>
              </a:ext>
            </a:extLst>
          </p:cNvPr>
          <p:cNvSpPr/>
          <p:nvPr/>
        </p:nvSpPr>
        <p:spPr>
          <a:xfrm>
            <a:off x="4191531" y="5669209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6103EB3-15E4-514B-9378-E6FCD4387D36}"/>
              </a:ext>
            </a:extLst>
          </p:cNvPr>
          <p:cNvSpPr/>
          <p:nvPr/>
        </p:nvSpPr>
        <p:spPr>
          <a:xfrm>
            <a:off x="3971931" y="4853993"/>
            <a:ext cx="4172204" cy="1179672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C95960FB-BB89-D84E-8E3E-E2335A7308C4}"/>
              </a:ext>
            </a:extLst>
          </p:cNvPr>
          <p:cNvSpPr txBox="1"/>
          <p:nvPr/>
        </p:nvSpPr>
        <p:spPr>
          <a:xfrm>
            <a:off x="5019295" y="5992297"/>
            <a:ext cx="2153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Abstract sorted node</a:t>
            </a:r>
            <a:endParaRPr kumimoji="1" lang="zh-TW" altLang="en-US" dirty="0"/>
          </a:p>
        </p:txBody>
      </p:sp>
      <p:sp>
        <p:nvSpPr>
          <p:cNvPr id="80" name="圓角矩形 79">
            <a:extLst>
              <a:ext uri="{FF2B5EF4-FFF2-40B4-BE49-F238E27FC236}">
                <a16:creationId xmlns:a16="http://schemas.microsoft.com/office/drawing/2014/main" id="{B388FEAC-AAAB-1B46-9B1E-7609FE707A71}"/>
              </a:ext>
            </a:extLst>
          </p:cNvPr>
          <p:cNvSpPr/>
          <p:nvPr/>
        </p:nvSpPr>
        <p:spPr>
          <a:xfrm>
            <a:off x="5877309" y="4966787"/>
            <a:ext cx="937140" cy="136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parent_mid</a:t>
            </a:r>
            <a:endParaRPr kumimoji="1" lang="zh-TW" altLang="en-US" sz="1100" dirty="0"/>
          </a:p>
        </p:txBody>
      </p:sp>
      <p:sp>
        <p:nvSpPr>
          <p:cNvPr id="81" name="圓角矩形 80">
            <a:extLst>
              <a:ext uri="{FF2B5EF4-FFF2-40B4-BE49-F238E27FC236}">
                <a16:creationId xmlns:a16="http://schemas.microsoft.com/office/drawing/2014/main" id="{E12BC7F0-D56C-DE4F-BE3D-C3E14E293FC5}"/>
              </a:ext>
            </a:extLst>
          </p:cNvPr>
          <p:cNvSpPr/>
          <p:nvPr/>
        </p:nvSpPr>
        <p:spPr>
          <a:xfrm>
            <a:off x="6147759" y="5151453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[3]</a:t>
            </a:r>
            <a:endParaRPr kumimoji="1" lang="zh-TW" altLang="en-US" sz="1100" dirty="0"/>
          </a:p>
        </p:txBody>
      </p:sp>
      <p:sp>
        <p:nvSpPr>
          <p:cNvPr id="82" name="圓角矩形 81">
            <a:extLst>
              <a:ext uri="{FF2B5EF4-FFF2-40B4-BE49-F238E27FC236}">
                <a16:creationId xmlns:a16="http://schemas.microsoft.com/office/drawing/2014/main" id="{1AEBB786-FADB-D242-A14A-6AFC43DF6F80}"/>
              </a:ext>
            </a:extLst>
          </p:cNvPr>
          <p:cNvSpPr/>
          <p:nvPr/>
        </p:nvSpPr>
        <p:spPr>
          <a:xfrm>
            <a:off x="4363412" y="5155468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[0]</a:t>
            </a:r>
            <a:endParaRPr kumimoji="1" lang="zh-TW" altLang="en-US" sz="1100" dirty="0"/>
          </a:p>
        </p:txBody>
      </p:sp>
      <p:sp>
        <p:nvSpPr>
          <p:cNvPr id="83" name="圓角矩形 82">
            <a:extLst>
              <a:ext uri="{FF2B5EF4-FFF2-40B4-BE49-F238E27FC236}">
                <a16:creationId xmlns:a16="http://schemas.microsoft.com/office/drawing/2014/main" id="{AA70851E-FAB6-9649-A8C2-7F0C378DDA7B}"/>
              </a:ext>
            </a:extLst>
          </p:cNvPr>
          <p:cNvSpPr/>
          <p:nvPr/>
        </p:nvSpPr>
        <p:spPr>
          <a:xfrm>
            <a:off x="7322091" y="5151452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[5]</a:t>
            </a:r>
            <a:endParaRPr kumimoji="1"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016757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8B4CB2-E275-6741-8B81-446CFB9F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Insert</a:t>
            </a:r>
            <a:endParaRPr kumimoji="1"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3466C5-C53F-0740-8358-477DAECD39BF}"/>
              </a:ext>
            </a:extLst>
          </p:cNvPr>
          <p:cNvSpPr/>
          <p:nvPr/>
        </p:nvSpPr>
        <p:spPr>
          <a:xfrm>
            <a:off x="2528676" y="5476892"/>
            <a:ext cx="3567324" cy="8350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2EE7CC-0D1D-2540-B2E9-C2B1FCC663CA}"/>
              </a:ext>
            </a:extLst>
          </p:cNvPr>
          <p:cNvSpPr/>
          <p:nvPr/>
        </p:nvSpPr>
        <p:spPr>
          <a:xfrm>
            <a:off x="2956560" y="5665724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F70752-97E2-DA48-AE13-D16449017268}"/>
              </a:ext>
            </a:extLst>
          </p:cNvPr>
          <p:cNvSpPr/>
          <p:nvPr/>
        </p:nvSpPr>
        <p:spPr>
          <a:xfrm>
            <a:off x="3541776" y="5665724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F5711F-0591-4D49-8D2D-3030126781F2}"/>
              </a:ext>
            </a:extLst>
          </p:cNvPr>
          <p:cNvSpPr/>
          <p:nvPr/>
        </p:nvSpPr>
        <p:spPr>
          <a:xfrm>
            <a:off x="4130040" y="5665724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558778-74A2-324C-A3B2-545CF335306B}"/>
              </a:ext>
            </a:extLst>
          </p:cNvPr>
          <p:cNvSpPr/>
          <p:nvPr/>
        </p:nvSpPr>
        <p:spPr>
          <a:xfrm>
            <a:off x="4718304" y="5665724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1AC0CD-2C01-D348-926D-EC48488D57A8}"/>
              </a:ext>
            </a:extLst>
          </p:cNvPr>
          <p:cNvSpPr/>
          <p:nvPr/>
        </p:nvSpPr>
        <p:spPr>
          <a:xfrm>
            <a:off x="5306568" y="5665724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E0DBFA-D757-7245-B816-38215D859135}"/>
              </a:ext>
            </a:extLst>
          </p:cNvPr>
          <p:cNvSpPr/>
          <p:nvPr/>
        </p:nvSpPr>
        <p:spPr>
          <a:xfrm>
            <a:off x="3325368" y="5988812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8DBB49-FC7A-294F-817D-97EF648059FE}"/>
              </a:ext>
            </a:extLst>
          </p:cNvPr>
          <p:cNvSpPr/>
          <p:nvPr/>
        </p:nvSpPr>
        <p:spPr>
          <a:xfrm>
            <a:off x="2732172" y="5988812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81C44D-604F-0B4C-8D4A-C9AFCD204EC0}"/>
              </a:ext>
            </a:extLst>
          </p:cNvPr>
          <p:cNvSpPr/>
          <p:nvPr/>
        </p:nvSpPr>
        <p:spPr>
          <a:xfrm>
            <a:off x="3914868" y="5988812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34C243-4A3C-9747-BC0F-B04F36A85AC8}"/>
              </a:ext>
            </a:extLst>
          </p:cNvPr>
          <p:cNvSpPr/>
          <p:nvPr/>
        </p:nvSpPr>
        <p:spPr>
          <a:xfrm>
            <a:off x="4497468" y="5988812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00AC3FF-2179-0046-A923-E2B70C4D3E83}"/>
              </a:ext>
            </a:extLst>
          </p:cNvPr>
          <p:cNvSpPr/>
          <p:nvPr/>
        </p:nvSpPr>
        <p:spPr>
          <a:xfrm>
            <a:off x="5094948" y="5988812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BAA74E-4503-5847-9B5F-C53308BABE8A}"/>
              </a:ext>
            </a:extLst>
          </p:cNvPr>
          <p:cNvSpPr/>
          <p:nvPr/>
        </p:nvSpPr>
        <p:spPr>
          <a:xfrm>
            <a:off x="5678424" y="5988812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65DCA5-6B2C-5D4D-ACB2-B7299AA95082}"/>
              </a:ext>
            </a:extLst>
          </p:cNvPr>
          <p:cNvSpPr/>
          <p:nvPr/>
        </p:nvSpPr>
        <p:spPr>
          <a:xfrm>
            <a:off x="6493686" y="5476892"/>
            <a:ext cx="3567324" cy="83500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016F35D-1079-2448-8BAC-BF5D03CDE592}"/>
              </a:ext>
            </a:extLst>
          </p:cNvPr>
          <p:cNvSpPr/>
          <p:nvPr/>
        </p:nvSpPr>
        <p:spPr>
          <a:xfrm>
            <a:off x="6921570" y="5665724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AC2AED-C582-3447-91B6-95CFA6379D61}"/>
              </a:ext>
            </a:extLst>
          </p:cNvPr>
          <p:cNvSpPr/>
          <p:nvPr/>
        </p:nvSpPr>
        <p:spPr>
          <a:xfrm>
            <a:off x="7506786" y="5665724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8C1B19-CFE6-B445-90C9-35ACE454690E}"/>
              </a:ext>
            </a:extLst>
          </p:cNvPr>
          <p:cNvSpPr/>
          <p:nvPr/>
        </p:nvSpPr>
        <p:spPr>
          <a:xfrm>
            <a:off x="8095050" y="5665724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EB1B34-0955-DD41-8DF5-B3628E7B7192}"/>
              </a:ext>
            </a:extLst>
          </p:cNvPr>
          <p:cNvSpPr/>
          <p:nvPr/>
        </p:nvSpPr>
        <p:spPr>
          <a:xfrm>
            <a:off x="8683314" y="5665724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B76A98-9334-914B-9DC6-A7567D0366D4}"/>
              </a:ext>
            </a:extLst>
          </p:cNvPr>
          <p:cNvSpPr/>
          <p:nvPr/>
        </p:nvSpPr>
        <p:spPr>
          <a:xfrm>
            <a:off x="9271578" y="5665724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92AB410-EB89-CC40-926D-D0E577B4C50B}"/>
              </a:ext>
            </a:extLst>
          </p:cNvPr>
          <p:cNvSpPr/>
          <p:nvPr/>
        </p:nvSpPr>
        <p:spPr>
          <a:xfrm>
            <a:off x="7290378" y="5988812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4CBD78A-59EA-7747-B64B-57235B8D9C31}"/>
              </a:ext>
            </a:extLst>
          </p:cNvPr>
          <p:cNvSpPr/>
          <p:nvPr/>
        </p:nvSpPr>
        <p:spPr>
          <a:xfrm>
            <a:off x="6697182" y="5988812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490A58E-055E-0F4C-A5DA-5C2582F6BD26}"/>
              </a:ext>
            </a:extLst>
          </p:cNvPr>
          <p:cNvSpPr/>
          <p:nvPr/>
        </p:nvSpPr>
        <p:spPr>
          <a:xfrm>
            <a:off x="7879878" y="5988812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B25106-C0CF-2B4F-AC2B-10C2F8F72F51}"/>
              </a:ext>
            </a:extLst>
          </p:cNvPr>
          <p:cNvSpPr/>
          <p:nvPr/>
        </p:nvSpPr>
        <p:spPr>
          <a:xfrm>
            <a:off x="8462478" y="5988812"/>
            <a:ext cx="219600" cy="219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98869A0-AC9D-8340-AE44-CCAB85F24FF4}"/>
              </a:ext>
            </a:extLst>
          </p:cNvPr>
          <p:cNvSpPr/>
          <p:nvPr/>
        </p:nvSpPr>
        <p:spPr>
          <a:xfrm>
            <a:off x="9059958" y="5988812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F9EF960-768C-464F-91B8-C4929E5A6108}"/>
              </a:ext>
            </a:extLst>
          </p:cNvPr>
          <p:cNvSpPr/>
          <p:nvPr/>
        </p:nvSpPr>
        <p:spPr>
          <a:xfrm>
            <a:off x="9643434" y="5988812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6C41205-8EC8-874B-9AB2-30383536A4A0}"/>
              </a:ext>
            </a:extLst>
          </p:cNvPr>
          <p:cNvSpPr/>
          <p:nvPr/>
        </p:nvSpPr>
        <p:spPr>
          <a:xfrm>
            <a:off x="2933406" y="3429000"/>
            <a:ext cx="3567324" cy="835008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0488067-708E-F547-84EE-DEAC245BAD97}"/>
              </a:ext>
            </a:extLst>
          </p:cNvPr>
          <p:cNvSpPr/>
          <p:nvPr/>
        </p:nvSpPr>
        <p:spPr>
          <a:xfrm>
            <a:off x="3361290" y="3617832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0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6644878-F814-AA4E-A3F2-B1943F26C721}"/>
              </a:ext>
            </a:extLst>
          </p:cNvPr>
          <p:cNvSpPr/>
          <p:nvPr/>
        </p:nvSpPr>
        <p:spPr>
          <a:xfrm>
            <a:off x="3946506" y="3617832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2358031-0CB1-A649-8B95-2D9C6C68CB8A}"/>
              </a:ext>
            </a:extLst>
          </p:cNvPr>
          <p:cNvSpPr/>
          <p:nvPr/>
        </p:nvSpPr>
        <p:spPr>
          <a:xfrm>
            <a:off x="4534770" y="3617832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9162926-3835-0848-8026-E43F7CB0941B}"/>
              </a:ext>
            </a:extLst>
          </p:cNvPr>
          <p:cNvSpPr/>
          <p:nvPr/>
        </p:nvSpPr>
        <p:spPr>
          <a:xfrm>
            <a:off x="5123034" y="3617832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65A6DA1-2953-7B48-91CA-848E1E0E89F9}"/>
              </a:ext>
            </a:extLst>
          </p:cNvPr>
          <p:cNvSpPr/>
          <p:nvPr/>
        </p:nvSpPr>
        <p:spPr>
          <a:xfrm>
            <a:off x="5711298" y="3617832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5989E00-9BDF-8341-959D-371C71AE4DB8}"/>
              </a:ext>
            </a:extLst>
          </p:cNvPr>
          <p:cNvSpPr/>
          <p:nvPr/>
        </p:nvSpPr>
        <p:spPr>
          <a:xfrm>
            <a:off x="3730098" y="3940920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1828108-1760-104C-AEDB-8E685D727A47}"/>
              </a:ext>
            </a:extLst>
          </p:cNvPr>
          <p:cNvSpPr/>
          <p:nvPr/>
        </p:nvSpPr>
        <p:spPr>
          <a:xfrm>
            <a:off x="3136902" y="3940920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CCE2E81-5D5E-3344-9024-F7C4761D9991}"/>
              </a:ext>
            </a:extLst>
          </p:cNvPr>
          <p:cNvSpPr/>
          <p:nvPr/>
        </p:nvSpPr>
        <p:spPr>
          <a:xfrm>
            <a:off x="4319598" y="3940920"/>
            <a:ext cx="219600" cy="21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775CC7C-FC59-1F40-9D7B-A736FF19428C}"/>
              </a:ext>
            </a:extLst>
          </p:cNvPr>
          <p:cNvSpPr/>
          <p:nvPr/>
        </p:nvSpPr>
        <p:spPr>
          <a:xfrm>
            <a:off x="4902198" y="3940920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43B0A8F-E093-794B-B1AE-847D1986D862}"/>
              </a:ext>
            </a:extLst>
          </p:cNvPr>
          <p:cNvSpPr/>
          <p:nvPr/>
        </p:nvSpPr>
        <p:spPr>
          <a:xfrm>
            <a:off x="5499678" y="3940920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D6F5776-D946-664A-B883-DFF89A5BCF50}"/>
              </a:ext>
            </a:extLst>
          </p:cNvPr>
          <p:cNvSpPr/>
          <p:nvPr/>
        </p:nvSpPr>
        <p:spPr>
          <a:xfrm>
            <a:off x="6083154" y="3940920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B80E7A2B-8E42-CE40-B94E-CAB0CCA609FB}"/>
              </a:ext>
            </a:extLst>
          </p:cNvPr>
          <p:cNvCxnSpPr>
            <a:cxnSpLocks/>
            <a:stCxn id="34" idx="2"/>
            <a:endCxn id="4" idx="0"/>
          </p:cNvCxnSpPr>
          <p:nvPr/>
        </p:nvCxnSpPr>
        <p:spPr>
          <a:xfrm>
            <a:off x="3839898" y="4160520"/>
            <a:ext cx="472440" cy="131637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DBAFE47E-C2B1-7241-9513-8B2D43F0F885}"/>
              </a:ext>
            </a:extLst>
          </p:cNvPr>
          <p:cNvSpPr/>
          <p:nvPr/>
        </p:nvSpPr>
        <p:spPr>
          <a:xfrm>
            <a:off x="3892366" y="3457251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mid</a:t>
            </a:r>
            <a:endParaRPr kumimoji="1" lang="zh-TW" altLang="en-US" sz="1100" dirty="0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BB356EB2-3C32-EF4B-BB1E-D79561A341BD}"/>
              </a:ext>
            </a:extLst>
          </p:cNvPr>
          <p:cNvSpPr/>
          <p:nvPr/>
        </p:nvSpPr>
        <p:spPr>
          <a:xfrm>
            <a:off x="6878898" y="5500635"/>
            <a:ext cx="457200" cy="138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mid</a:t>
            </a:r>
            <a:endParaRPr kumimoji="1" lang="zh-TW" altLang="en-US" sz="11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52163CA-712E-3344-A8A1-CBB00CD31BFF}"/>
              </a:ext>
            </a:extLst>
          </p:cNvPr>
          <p:cNvSpPr/>
          <p:nvPr/>
        </p:nvSpPr>
        <p:spPr>
          <a:xfrm>
            <a:off x="6984126" y="3448393"/>
            <a:ext cx="3567324" cy="835008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910A3D6-EF8E-0242-A167-9484A0BCE1E9}"/>
              </a:ext>
            </a:extLst>
          </p:cNvPr>
          <p:cNvSpPr/>
          <p:nvPr/>
        </p:nvSpPr>
        <p:spPr>
          <a:xfrm>
            <a:off x="7412010" y="3637225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10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4910039-6A69-0F40-86FA-AEDB82AD9669}"/>
              </a:ext>
            </a:extLst>
          </p:cNvPr>
          <p:cNvSpPr/>
          <p:nvPr/>
        </p:nvSpPr>
        <p:spPr>
          <a:xfrm>
            <a:off x="7997226" y="3637225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11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C7DD716-4B41-5049-B432-831F0CAF3FCD}"/>
              </a:ext>
            </a:extLst>
          </p:cNvPr>
          <p:cNvSpPr/>
          <p:nvPr/>
        </p:nvSpPr>
        <p:spPr>
          <a:xfrm>
            <a:off x="8585490" y="3637225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2126584-B670-A544-9B9C-724EA4F505DA}"/>
              </a:ext>
            </a:extLst>
          </p:cNvPr>
          <p:cNvSpPr/>
          <p:nvPr/>
        </p:nvSpPr>
        <p:spPr>
          <a:xfrm>
            <a:off x="9173754" y="3637225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E2D6727-781C-5E44-8AB4-95185CF9A423}"/>
              </a:ext>
            </a:extLst>
          </p:cNvPr>
          <p:cNvSpPr/>
          <p:nvPr/>
        </p:nvSpPr>
        <p:spPr>
          <a:xfrm>
            <a:off x="9762018" y="3637225"/>
            <a:ext cx="371856" cy="32308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44F12D3-DA5F-2441-8270-E09781311946}"/>
              </a:ext>
            </a:extLst>
          </p:cNvPr>
          <p:cNvSpPr/>
          <p:nvPr/>
        </p:nvSpPr>
        <p:spPr>
          <a:xfrm>
            <a:off x="7780818" y="3960313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2ACE41F-DD94-794C-803A-84EF6CC8A7CA}"/>
              </a:ext>
            </a:extLst>
          </p:cNvPr>
          <p:cNvSpPr/>
          <p:nvPr/>
        </p:nvSpPr>
        <p:spPr>
          <a:xfrm>
            <a:off x="7187622" y="3960313"/>
            <a:ext cx="219600" cy="2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4B164EB-3026-A343-8FD4-54FB2385154D}"/>
              </a:ext>
            </a:extLst>
          </p:cNvPr>
          <p:cNvSpPr/>
          <p:nvPr/>
        </p:nvSpPr>
        <p:spPr>
          <a:xfrm>
            <a:off x="8370318" y="3960313"/>
            <a:ext cx="219600" cy="21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D4E04A3-1B45-B34D-A059-4604CBB19390}"/>
              </a:ext>
            </a:extLst>
          </p:cNvPr>
          <p:cNvSpPr/>
          <p:nvPr/>
        </p:nvSpPr>
        <p:spPr>
          <a:xfrm>
            <a:off x="8952918" y="3960313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206B9FF-2453-6847-8C30-B1BB7D282D4D}"/>
              </a:ext>
            </a:extLst>
          </p:cNvPr>
          <p:cNvSpPr/>
          <p:nvPr/>
        </p:nvSpPr>
        <p:spPr>
          <a:xfrm>
            <a:off x="9550398" y="3960313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D238B6C-0816-4B4B-B0C6-AA0E7DD4133C}"/>
              </a:ext>
            </a:extLst>
          </p:cNvPr>
          <p:cNvSpPr/>
          <p:nvPr/>
        </p:nvSpPr>
        <p:spPr>
          <a:xfrm>
            <a:off x="10133874" y="3960313"/>
            <a:ext cx="219600" cy="21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8" name="直線箭頭接點 57">
            <a:extLst>
              <a:ext uri="{FF2B5EF4-FFF2-40B4-BE49-F238E27FC236}">
                <a16:creationId xmlns:a16="http://schemas.microsoft.com/office/drawing/2014/main" id="{71ED085C-1FB6-9E4E-AC52-01E9F282DADD}"/>
              </a:ext>
            </a:extLst>
          </p:cNvPr>
          <p:cNvCxnSpPr>
            <a:cxnSpLocks/>
            <a:stCxn id="36" idx="2"/>
            <a:endCxn id="16" idx="0"/>
          </p:cNvCxnSpPr>
          <p:nvPr/>
        </p:nvCxnSpPr>
        <p:spPr>
          <a:xfrm>
            <a:off x="4429398" y="4160520"/>
            <a:ext cx="3847950" cy="131637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F04785A0-B050-8C43-A205-7619C3107465}"/>
              </a:ext>
            </a:extLst>
          </p:cNvPr>
          <p:cNvSpPr/>
          <p:nvPr/>
        </p:nvSpPr>
        <p:spPr>
          <a:xfrm>
            <a:off x="4218219" y="1879177"/>
            <a:ext cx="371856" cy="3230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9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2" name="圓角矩形 61">
            <a:extLst>
              <a:ext uri="{FF2B5EF4-FFF2-40B4-BE49-F238E27FC236}">
                <a16:creationId xmlns:a16="http://schemas.microsoft.com/office/drawing/2014/main" id="{00C5902A-39BA-C847-9C98-B9A2D4206BAB}"/>
              </a:ext>
            </a:extLst>
          </p:cNvPr>
          <p:cNvSpPr/>
          <p:nvPr/>
        </p:nvSpPr>
        <p:spPr>
          <a:xfrm>
            <a:off x="3944479" y="1716022"/>
            <a:ext cx="1010630" cy="1193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/>
              <a:t>parent_mid</a:t>
            </a:r>
            <a:endParaRPr kumimoji="1" lang="zh-TW" altLang="en-US" sz="1100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02F0249-07D2-614D-983A-B4981F6F3B86}"/>
              </a:ext>
            </a:extLst>
          </p:cNvPr>
          <p:cNvSpPr/>
          <p:nvPr/>
        </p:nvSpPr>
        <p:spPr>
          <a:xfrm>
            <a:off x="6328824" y="1929309"/>
            <a:ext cx="307289" cy="30728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F8D6F5F7-B384-0544-BE47-506EFC960023}"/>
              </a:ext>
            </a:extLst>
          </p:cNvPr>
          <p:cNvCxnSpPr>
            <a:cxnSpLocks/>
            <a:stCxn id="63" idx="2"/>
            <a:endCxn id="28" idx="0"/>
          </p:cNvCxnSpPr>
          <p:nvPr/>
        </p:nvCxnSpPr>
        <p:spPr>
          <a:xfrm flipH="1">
            <a:off x="4717068" y="2236598"/>
            <a:ext cx="1765401" cy="119240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箭頭接點 66">
            <a:extLst>
              <a:ext uri="{FF2B5EF4-FFF2-40B4-BE49-F238E27FC236}">
                <a16:creationId xmlns:a16="http://schemas.microsoft.com/office/drawing/2014/main" id="{F18CEFBE-D0D6-A44E-914C-AE005FE32AB7}"/>
              </a:ext>
            </a:extLst>
          </p:cNvPr>
          <p:cNvCxnSpPr>
            <a:cxnSpLocks/>
            <a:stCxn id="63" idx="2"/>
            <a:endCxn id="45" idx="0"/>
          </p:cNvCxnSpPr>
          <p:nvPr/>
        </p:nvCxnSpPr>
        <p:spPr>
          <a:xfrm>
            <a:off x="6482469" y="2236598"/>
            <a:ext cx="2285319" cy="121179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弧線 71">
            <a:extLst>
              <a:ext uri="{FF2B5EF4-FFF2-40B4-BE49-F238E27FC236}">
                <a16:creationId xmlns:a16="http://schemas.microsoft.com/office/drawing/2014/main" id="{9E746E08-B9E3-F14A-BF41-ABD8CD3B2B31}"/>
              </a:ext>
            </a:extLst>
          </p:cNvPr>
          <p:cNvSpPr/>
          <p:nvPr/>
        </p:nvSpPr>
        <p:spPr>
          <a:xfrm rot="19226969">
            <a:off x="4461438" y="1776647"/>
            <a:ext cx="2137279" cy="2328740"/>
          </a:xfrm>
          <a:prstGeom prst="arc">
            <a:avLst>
              <a:gd name="adj1" fmla="val 16200000"/>
              <a:gd name="adj2" fmla="val 20559716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82CBA2D7-8C2F-9743-9958-D058A3646844}"/>
              </a:ext>
            </a:extLst>
          </p:cNvPr>
          <p:cNvSpPr txBox="1"/>
          <p:nvPr/>
        </p:nvSpPr>
        <p:spPr>
          <a:xfrm>
            <a:off x="5060978" y="1451642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insert</a:t>
            </a:r>
            <a:endParaRPr kumimoji="1" lang="zh-TW" altLang="en-US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E639B278-0EFC-3144-9E6F-813BC3C8B39B}"/>
              </a:ext>
            </a:extLst>
          </p:cNvPr>
          <p:cNvSpPr txBox="1"/>
          <p:nvPr/>
        </p:nvSpPr>
        <p:spPr>
          <a:xfrm>
            <a:off x="7471509" y="1874043"/>
            <a:ext cx="1942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Grandparent Node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42629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DD808D-2F64-CA44-82F0-620ED7836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dirty="0">
                <a:effectLst/>
                <a:latin typeface="Menlo" panose="020B0609030804020204" pitchFamily="49" charset="0"/>
              </a:rPr>
              <a:t>test_index_insert_case11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F4E2D6-39A3-5542-91C9-3FD32B63C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471"/>
          </a:xfrm>
        </p:spPr>
        <p:txBody>
          <a:bodyPr>
            <a:normAutofit lnSpcReduction="10000"/>
          </a:bodyPr>
          <a:lstStyle/>
          <a:p>
            <a:r>
              <a:rPr kumimoji="1" lang="en-US" altLang="zh-TW" dirty="0"/>
              <a:t>Insert: 1, 4, 9, 10, 11, 12, 13, 15, 16, 20, 25</a:t>
            </a:r>
            <a:endParaRPr kumimoji="1" lang="zh-TW" altLang="en-US" dirty="0"/>
          </a:p>
        </p:txBody>
      </p: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AD99C9E8-5904-2444-B6D8-DB4896354D5F}"/>
              </a:ext>
            </a:extLst>
          </p:cNvPr>
          <p:cNvGrpSpPr/>
          <p:nvPr/>
        </p:nvGrpSpPr>
        <p:grpSpPr>
          <a:xfrm>
            <a:off x="2674900" y="5681330"/>
            <a:ext cx="2145033" cy="566192"/>
            <a:chOff x="2528676" y="5476892"/>
            <a:chExt cx="3567324" cy="835008"/>
          </a:xfrm>
        </p:grpSpPr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A4929A1B-26FE-634A-9E31-98E185B685DB}"/>
                </a:ext>
              </a:extLst>
            </p:cNvPr>
            <p:cNvSpPr/>
            <p:nvPr/>
          </p:nvSpPr>
          <p:spPr>
            <a:xfrm>
              <a:off x="2528676" y="5476892"/>
              <a:ext cx="3567324" cy="835008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338E2D1F-764F-F549-B509-118B8AA9600A}"/>
                </a:ext>
              </a:extLst>
            </p:cNvPr>
            <p:cNvSpPr/>
            <p:nvPr/>
          </p:nvSpPr>
          <p:spPr>
            <a:xfrm>
              <a:off x="2956560" y="5665724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</a:rPr>
                <a:t>9</a:t>
              </a:r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E3FC55B2-D2C3-5943-8817-80409A8ACCA2}"/>
                </a:ext>
              </a:extLst>
            </p:cNvPr>
            <p:cNvSpPr/>
            <p:nvPr/>
          </p:nvSpPr>
          <p:spPr>
            <a:xfrm>
              <a:off x="3541776" y="5665724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altLang="zh-TW" sz="1200" dirty="0">
                  <a:solidFill>
                    <a:schemeClr val="tx1"/>
                  </a:solidFill>
                </a:rPr>
                <a:t>10</a:t>
              </a:r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DE92EF21-26FA-5740-9225-5DC049DE0BF0}"/>
                </a:ext>
              </a:extLst>
            </p:cNvPr>
            <p:cNvSpPr/>
            <p:nvPr/>
          </p:nvSpPr>
          <p:spPr>
            <a:xfrm>
              <a:off x="4130040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442F13CC-9471-A042-A840-296648B91132}"/>
                </a:ext>
              </a:extLst>
            </p:cNvPr>
            <p:cNvSpPr/>
            <p:nvPr/>
          </p:nvSpPr>
          <p:spPr>
            <a:xfrm>
              <a:off x="4718304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06B6A5FB-154D-F440-A96D-B4134A45583E}"/>
                </a:ext>
              </a:extLst>
            </p:cNvPr>
            <p:cNvSpPr/>
            <p:nvPr/>
          </p:nvSpPr>
          <p:spPr>
            <a:xfrm>
              <a:off x="5306568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7533D2A6-7800-CD4B-A150-CAE2417F09C0}"/>
                </a:ext>
              </a:extLst>
            </p:cNvPr>
            <p:cNvSpPr/>
            <p:nvPr/>
          </p:nvSpPr>
          <p:spPr>
            <a:xfrm>
              <a:off x="3325368" y="5988812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494DA5F0-17D0-E940-9760-08013B14EB4C}"/>
                </a:ext>
              </a:extLst>
            </p:cNvPr>
            <p:cNvSpPr/>
            <p:nvPr/>
          </p:nvSpPr>
          <p:spPr>
            <a:xfrm>
              <a:off x="2732172" y="5988812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7A222D1F-7B13-CD42-A719-86644E1DD485}"/>
                </a:ext>
              </a:extLst>
            </p:cNvPr>
            <p:cNvSpPr/>
            <p:nvPr/>
          </p:nvSpPr>
          <p:spPr>
            <a:xfrm>
              <a:off x="3914868" y="5988812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AD03D7C1-920B-5D45-9F9C-4808B9428B40}"/>
                </a:ext>
              </a:extLst>
            </p:cNvPr>
            <p:cNvSpPr/>
            <p:nvPr/>
          </p:nvSpPr>
          <p:spPr>
            <a:xfrm>
              <a:off x="4497468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17C79D63-DCD3-CE4B-9004-6373F5FC195C}"/>
                </a:ext>
              </a:extLst>
            </p:cNvPr>
            <p:cNvSpPr/>
            <p:nvPr/>
          </p:nvSpPr>
          <p:spPr>
            <a:xfrm>
              <a:off x="5094948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00967ADD-E0D6-894C-9A8C-199BA3A474B0}"/>
                </a:ext>
              </a:extLst>
            </p:cNvPr>
            <p:cNvSpPr/>
            <p:nvPr/>
          </p:nvSpPr>
          <p:spPr>
            <a:xfrm>
              <a:off x="5678424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173" name="群組 172">
            <a:extLst>
              <a:ext uri="{FF2B5EF4-FFF2-40B4-BE49-F238E27FC236}">
                <a16:creationId xmlns:a16="http://schemas.microsoft.com/office/drawing/2014/main" id="{052ACB60-DC43-904C-B3F9-55345CD98832}"/>
              </a:ext>
            </a:extLst>
          </p:cNvPr>
          <p:cNvGrpSpPr/>
          <p:nvPr/>
        </p:nvGrpSpPr>
        <p:grpSpPr>
          <a:xfrm>
            <a:off x="326317" y="5681330"/>
            <a:ext cx="2145033" cy="566192"/>
            <a:chOff x="2528676" y="5476892"/>
            <a:chExt cx="3567324" cy="835008"/>
          </a:xfrm>
        </p:grpSpPr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18DD8F44-2B8C-5D44-B0A1-1C33F842672E}"/>
                </a:ext>
              </a:extLst>
            </p:cNvPr>
            <p:cNvSpPr/>
            <p:nvPr/>
          </p:nvSpPr>
          <p:spPr>
            <a:xfrm>
              <a:off x="2528676" y="5476892"/>
              <a:ext cx="3567324" cy="835008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5AF81884-06AD-894D-8B62-D32205BA18C9}"/>
                </a:ext>
              </a:extLst>
            </p:cNvPr>
            <p:cNvSpPr/>
            <p:nvPr/>
          </p:nvSpPr>
          <p:spPr>
            <a:xfrm>
              <a:off x="2956560" y="5665724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</a:rPr>
                <a:t>1</a:t>
              </a:r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5448EE32-8CE6-0E49-8EB2-E34239826264}"/>
                </a:ext>
              </a:extLst>
            </p:cNvPr>
            <p:cNvSpPr/>
            <p:nvPr/>
          </p:nvSpPr>
          <p:spPr>
            <a:xfrm>
              <a:off x="3541776" y="5665724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</a:rPr>
                <a:t>4</a:t>
              </a:r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664F90ED-423F-004B-89D7-3AD1097F5EC4}"/>
                </a:ext>
              </a:extLst>
            </p:cNvPr>
            <p:cNvSpPr/>
            <p:nvPr/>
          </p:nvSpPr>
          <p:spPr>
            <a:xfrm>
              <a:off x="4130040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B3B1E321-EE6F-0C48-90A2-BA472C163440}"/>
                </a:ext>
              </a:extLst>
            </p:cNvPr>
            <p:cNvSpPr/>
            <p:nvPr/>
          </p:nvSpPr>
          <p:spPr>
            <a:xfrm>
              <a:off x="4718304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B2C58092-F0F9-0D4F-93A3-2A7BE923B88F}"/>
                </a:ext>
              </a:extLst>
            </p:cNvPr>
            <p:cNvSpPr/>
            <p:nvPr/>
          </p:nvSpPr>
          <p:spPr>
            <a:xfrm>
              <a:off x="5306568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80" name="矩形 179">
              <a:extLst>
                <a:ext uri="{FF2B5EF4-FFF2-40B4-BE49-F238E27FC236}">
                  <a16:creationId xmlns:a16="http://schemas.microsoft.com/office/drawing/2014/main" id="{DE27AD25-133A-624D-B8D2-4A40D62FEA06}"/>
                </a:ext>
              </a:extLst>
            </p:cNvPr>
            <p:cNvSpPr/>
            <p:nvPr/>
          </p:nvSpPr>
          <p:spPr>
            <a:xfrm>
              <a:off x="3325368" y="5988812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96846351-7A07-ED47-839B-A98F170CBF4F}"/>
                </a:ext>
              </a:extLst>
            </p:cNvPr>
            <p:cNvSpPr/>
            <p:nvPr/>
          </p:nvSpPr>
          <p:spPr>
            <a:xfrm>
              <a:off x="2732172" y="5988812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03EBB003-5F05-E548-A163-C7D0B84E6BA9}"/>
                </a:ext>
              </a:extLst>
            </p:cNvPr>
            <p:cNvSpPr/>
            <p:nvPr/>
          </p:nvSpPr>
          <p:spPr>
            <a:xfrm>
              <a:off x="3914868" y="5988812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63D998B6-B46C-344E-B077-FD889991A247}"/>
                </a:ext>
              </a:extLst>
            </p:cNvPr>
            <p:cNvSpPr/>
            <p:nvPr/>
          </p:nvSpPr>
          <p:spPr>
            <a:xfrm>
              <a:off x="4497468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070F88DB-9B8B-0F48-A0AA-4D0228C6BE9E}"/>
                </a:ext>
              </a:extLst>
            </p:cNvPr>
            <p:cNvSpPr/>
            <p:nvPr/>
          </p:nvSpPr>
          <p:spPr>
            <a:xfrm>
              <a:off x="5094948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AA3C0E98-320D-9940-A871-EE8DB750FACC}"/>
                </a:ext>
              </a:extLst>
            </p:cNvPr>
            <p:cNvSpPr/>
            <p:nvPr/>
          </p:nvSpPr>
          <p:spPr>
            <a:xfrm>
              <a:off x="5678424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186" name="群組 185">
            <a:extLst>
              <a:ext uri="{FF2B5EF4-FFF2-40B4-BE49-F238E27FC236}">
                <a16:creationId xmlns:a16="http://schemas.microsoft.com/office/drawing/2014/main" id="{27D475D0-1545-C145-A3F9-9AF6209CBD41}"/>
              </a:ext>
            </a:extLst>
          </p:cNvPr>
          <p:cNvGrpSpPr/>
          <p:nvPr/>
        </p:nvGrpSpPr>
        <p:grpSpPr>
          <a:xfrm>
            <a:off x="5023483" y="5681330"/>
            <a:ext cx="2145033" cy="566192"/>
            <a:chOff x="2528676" y="5476892"/>
            <a:chExt cx="3567324" cy="835008"/>
          </a:xfrm>
        </p:grpSpPr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02A4998B-04C3-EC4D-8CA8-8645C1FD1EF6}"/>
                </a:ext>
              </a:extLst>
            </p:cNvPr>
            <p:cNvSpPr/>
            <p:nvPr/>
          </p:nvSpPr>
          <p:spPr>
            <a:xfrm>
              <a:off x="2528676" y="5476892"/>
              <a:ext cx="3567324" cy="835008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F16D6899-671F-FE4F-B239-C6CBBAD2BE98}"/>
                </a:ext>
              </a:extLst>
            </p:cNvPr>
            <p:cNvSpPr/>
            <p:nvPr/>
          </p:nvSpPr>
          <p:spPr>
            <a:xfrm>
              <a:off x="2956560" y="5665724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</a:rPr>
                <a:t>11</a:t>
              </a:r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6722839B-9DB1-7049-B0BF-35ED7416D766}"/>
                </a:ext>
              </a:extLst>
            </p:cNvPr>
            <p:cNvSpPr/>
            <p:nvPr/>
          </p:nvSpPr>
          <p:spPr>
            <a:xfrm>
              <a:off x="3541776" y="5665724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altLang="zh-TW" sz="1200" dirty="0">
                  <a:solidFill>
                    <a:schemeClr val="tx1"/>
                  </a:solidFill>
                </a:rPr>
                <a:t>12</a:t>
              </a:r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22B6481B-5E00-6743-B3DD-D773F63E11B7}"/>
                </a:ext>
              </a:extLst>
            </p:cNvPr>
            <p:cNvSpPr/>
            <p:nvPr/>
          </p:nvSpPr>
          <p:spPr>
            <a:xfrm>
              <a:off x="4130040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F4924544-2190-4944-838D-2EBE5594C210}"/>
                </a:ext>
              </a:extLst>
            </p:cNvPr>
            <p:cNvSpPr/>
            <p:nvPr/>
          </p:nvSpPr>
          <p:spPr>
            <a:xfrm>
              <a:off x="4718304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92" name="矩形 191">
              <a:extLst>
                <a:ext uri="{FF2B5EF4-FFF2-40B4-BE49-F238E27FC236}">
                  <a16:creationId xmlns:a16="http://schemas.microsoft.com/office/drawing/2014/main" id="{050F70CE-27E8-3B44-BB1D-66CFD1131282}"/>
                </a:ext>
              </a:extLst>
            </p:cNvPr>
            <p:cNvSpPr/>
            <p:nvPr/>
          </p:nvSpPr>
          <p:spPr>
            <a:xfrm>
              <a:off x="5306568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1CD38589-E6F2-6045-8594-69C679434711}"/>
                </a:ext>
              </a:extLst>
            </p:cNvPr>
            <p:cNvSpPr/>
            <p:nvPr/>
          </p:nvSpPr>
          <p:spPr>
            <a:xfrm>
              <a:off x="3325368" y="5988812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62769619-E0E7-0547-B069-FA4AB686F883}"/>
                </a:ext>
              </a:extLst>
            </p:cNvPr>
            <p:cNvSpPr/>
            <p:nvPr/>
          </p:nvSpPr>
          <p:spPr>
            <a:xfrm>
              <a:off x="2732172" y="5988812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239D7FF2-8C32-9B47-B7A4-27912FAFD72B}"/>
                </a:ext>
              </a:extLst>
            </p:cNvPr>
            <p:cNvSpPr/>
            <p:nvPr/>
          </p:nvSpPr>
          <p:spPr>
            <a:xfrm>
              <a:off x="3914868" y="5988812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68C2F088-BAB6-EE41-9B41-CC2C67ECA4CA}"/>
                </a:ext>
              </a:extLst>
            </p:cNvPr>
            <p:cNvSpPr/>
            <p:nvPr/>
          </p:nvSpPr>
          <p:spPr>
            <a:xfrm>
              <a:off x="4497468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BCB4ACA0-16F2-8F4C-A803-6EA421655AEA}"/>
                </a:ext>
              </a:extLst>
            </p:cNvPr>
            <p:cNvSpPr/>
            <p:nvPr/>
          </p:nvSpPr>
          <p:spPr>
            <a:xfrm>
              <a:off x="5094948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CBC82FE2-053B-284E-8047-9AB0DE2FAC79}"/>
                </a:ext>
              </a:extLst>
            </p:cNvPr>
            <p:cNvSpPr/>
            <p:nvPr/>
          </p:nvSpPr>
          <p:spPr>
            <a:xfrm>
              <a:off x="5678424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199" name="群組 198">
            <a:extLst>
              <a:ext uri="{FF2B5EF4-FFF2-40B4-BE49-F238E27FC236}">
                <a16:creationId xmlns:a16="http://schemas.microsoft.com/office/drawing/2014/main" id="{8B565BD4-E80D-5B47-A47C-04A05AD8316A}"/>
              </a:ext>
            </a:extLst>
          </p:cNvPr>
          <p:cNvGrpSpPr/>
          <p:nvPr/>
        </p:nvGrpSpPr>
        <p:grpSpPr>
          <a:xfrm>
            <a:off x="7372066" y="5681330"/>
            <a:ext cx="2145033" cy="566192"/>
            <a:chOff x="2528676" y="5476892"/>
            <a:chExt cx="3567324" cy="835008"/>
          </a:xfrm>
        </p:grpSpPr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7FA222C0-A6A7-7E42-97FC-6A31A17DE2B8}"/>
                </a:ext>
              </a:extLst>
            </p:cNvPr>
            <p:cNvSpPr/>
            <p:nvPr/>
          </p:nvSpPr>
          <p:spPr>
            <a:xfrm>
              <a:off x="2528676" y="5476892"/>
              <a:ext cx="3567324" cy="835008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47316628-78BC-AD4F-BA25-0FD5E51E3D9C}"/>
                </a:ext>
              </a:extLst>
            </p:cNvPr>
            <p:cNvSpPr/>
            <p:nvPr/>
          </p:nvSpPr>
          <p:spPr>
            <a:xfrm>
              <a:off x="2956560" y="5665724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</a:rPr>
                <a:t>13</a:t>
              </a:r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42476C39-A64E-614B-B37A-6F5D57CE4F4C}"/>
                </a:ext>
              </a:extLst>
            </p:cNvPr>
            <p:cNvSpPr/>
            <p:nvPr/>
          </p:nvSpPr>
          <p:spPr>
            <a:xfrm>
              <a:off x="3541776" y="5665724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altLang="zh-TW" sz="1200" dirty="0">
                  <a:solidFill>
                    <a:schemeClr val="tx1"/>
                  </a:solidFill>
                </a:rPr>
                <a:t>15</a:t>
              </a:r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40AF597B-CF49-0A4C-8BAE-42C2199EE631}"/>
                </a:ext>
              </a:extLst>
            </p:cNvPr>
            <p:cNvSpPr/>
            <p:nvPr/>
          </p:nvSpPr>
          <p:spPr>
            <a:xfrm>
              <a:off x="4130040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F8721716-46B2-9249-BD08-B7EE4DF077E6}"/>
                </a:ext>
              </a:extLst>
            </p:cNvPr>
            <p:cNvSpPr/>
            <p:nvPr/>
          </p:nvSpPr>
          <p:spPr>
            <a:xfrm>
              <a:off x="4718304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813F261E-70CF-BE40-AA43-D5C091087E62}"/>
                </a:ext>
              </a:extLst>
            </p:cNvPr>
            <p:cNvSpPr/>
            <p:nvPr/>
          </p:nvSpPr>
          <p:spPr>
            <a:xfrm>
              <a:off x="5306568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F0833042-FB00-AC47-BAD8-36439A7C4D4F}"/>
                </a:ext>
              </a:extLst>
            </p:cNvPr>
            <p:cNvSpPr/>
            <p:nvPr/>
          </p:nvSpPr>
          <p:spPr>
            <a:xfrm>
              <a:off x="3325368" y="5988812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A6BD8881-A2DA-F040-9EBF-F65159647676}"/>
                </a:ext>
              </a:extLst>
            </p:cNvPr>
            <p:cNvSpPr/>
            <p:nvPr/>
          </p:nvSpPr>
          <p:spPr>
            <a:xfrm>
              <a:off x="2732172" y="5988812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08" name="矩形 207">
              <a:extLst>
                <a:ext uri="{FF2B5EF4-FFF2-40B4-BE49-F238E27FC236}">
                  <a16:creationId xmlns:a16="http://schemas.microsoft.com/office/drawing/2014/main" id="{11DFF134-31C6-8043-87C2-7968A9A90EAB}"/>
                </a:ext>
              </a:extLst>
            </p:cNvPr>
            <p:cNvSpPr/>
            <p:nvPr/>
          </p:nvSpPr>
          <p:spPr>
            <a:xfrm>
              <a:off x="3914868" y="5988812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09" name="矩形 208">
              <a:extLst>
                <a:ext uri="{FF2B5EF4-FFF2-40B4-BE49-F238E27FC236}">
                  <a16:creationId xmlns:a16="http://schemas.microsoft.com/office/drawing/2014/main" id="{D5B8CDFD-608A-734E-B5A2-6AFCC455BE80}"/>
                </a:ext>
              </a:extLst>
            </p:cNvPr>
            <p:cNvSpPr/>
            <p:nvPr/>
          </p:nvSpPr>
          <p:spPr>
            <a:xfrm>
              <a:off x="4497468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431BB0F0-8528-1749-82A9-ECB404F58E37}"/>
                </a:ext>
              </a:extLst>
            </p:cNvPr>
            <p:cNvSpPr/>
            <p:nvPr/>
          </p:nvSpPr>
          <p:spPr>
            <a:xfrm>
              <a:off x="5094948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30D552E8-38E9-9040-B8C4-6B821331D025}"/>
                </a:ext>
              </a:extLst>
            </p:cNvPr>
            <p:cNvSpPr/>
            <p:nvPr/>
          </p:nvSpPr>
          <p:spPr>
            <a:xfrm>
              <a:off x="5678424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D05BBB6A-8B31-A14E-9B6F-5EDE115EC8A5}"/>
              </a:ext>
            </a:extLst>
          </p:cNvPr>
          <p:cNvGrpSpPr/>
          <p:nvPr/>
        </p:nvGrpSpPr>
        <p:grpSpPr>
          <a:xfrm>
            <a:off x="9720649" y="5681330"/>
            <a:ext cx="2145033" cy="566192"/>
            <a:chOff x="2528676" y="5476892"/>
            <a:chExt cx="3567324" cy="835008"/>
          </a:xfrm>
        </p:grpSpPr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75EF9860-0ABA-AF4E-B243-B5CFC03C57C1}"/>
                </a:ext>
              </a:extLst>
            </p:cNvPr>
            <p:cNvSpPr/>
            <p:nvPr/>
          </p:nvSpPr>
          <p:spPr>
            <a:xfrm>
              <a:off x="2528676" y="5476892"/>
              <a:ext cx="3567324" cy="835008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A470B3A6-9A4A-9343-8EE2-2DA64B9E4ABB}"/>
                </a:ext>
              </a:extLst>
            </p:cNvPr>
            <p:cNvSpPr/>
            <p:nvPr/>
          </p:nvSpPr>
          <p:spPr>
            <a:xfrm>
              <a:off x="2956560" y="5665724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</a:rPr>
                <a:t>16</a:t>
              </a:r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B2663060-F962-9F43-B73F-CF697CCD476F}"/>
                </a:ext>
              </a:extLst>
            </p:cNvPr>
            <p:cNvSpPr/>
            <p:nvPr/>
          </p:nvSpPr>
          <p:spPr>
            <a:xfrm>
              <a:off x="3541776" y="5665724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altLang="zh-TW" sz="1200" dirty="0">
                  <a:solidFill>
                    <a:schemeClr val="tx1"/>
                  </a:solidFill>
                </a:rPr>
                <a:t>20</a:t>
              </a:r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AA0C129F-EE15-CD43-8A3D-14C42727CE6B}"/>
                </a:ext>
              </a:extLst>
            </p:cNvPr>
            <p:cNvSpPr/>
            <p:nvPr/>
          </p:nvSpPr>
          <p:spPr>
            <a:xfrm>
              <a:off x="4130040" y="5665724"/>
              <a:ext cx="371856" cy="323088"/>
            </a:xfrm>
            <a:prstGeom prst="rect">
              <a:avLst/>
            </a:prstGeom>
            <a:solidFill>
              <a:srgbClr val="D9D9D9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</a:rPr>
                <a:t>25</a:t>
              </a:r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6F9C85D7-9949-6B48-AFBA-DE5855F9FAD3}"/>
                </a:ext>
              </a:extLst>
            </p:cNvPr>
            <p:cNvSpPr/>
            <p:nvPr/>
          </p:nvSpPr>
          <p:spPr>
            <a:xfrm>
              <a:off x="4718304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4DBBA699-472D-444C-B00D-38109FBBF5F7}"/>
                </a:ext>
              </a:extLst>
            </p:cNvPr>
            <p:cNvSpPr/>
            <p:nvPr/>
          </p:nvSpPr>
          <p:spPr>
            <a:xfrm>
              <a:off x="5306568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731C56B5-5B01-1047-BF6A-FCD4B9E6C95E}"/>
                </a:ext>
              </a:extLst>
            </p:cNvPr>
            <p:cNvSpPr/>
            <p:nvPr/>
          </p:nvSpPr>
          <p:spPr>
            <a:xfrm>
              <a:off x="3325368" y="5988812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9CB9C15A-B3F8-7B4B-9DFC-5B8131974F3A}"/>
                </a:ext>
              </a:extLst>
            </p:cNvPr>
            <p:cNvSpPr/>
            <p:nvPr/>
          </p:nvSpPr>
          <p:spPr>
            <a:xfrm>
              <a:off x="2732172" y="5988812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222CC990-0BF3-364E-A071-BBF01D1E3852}"/>
                </a:ext>
              </a:extLst>
            </p:cNvPr>
            <p:cNvSpPr/>
            <p:nvPr/>
          </p:nvSpPr>
          <p:spPr>
            <a:xfrm>
              <a:off x="3914868" y="5988812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22" name="矩形 221">
              <a:extLst>
                <a:ext uri="{FF2B5EF4-FFF2-40B4-BE49-F238E27FC236}">
                  <a16:creationId xmlns:a16="http://schemas.microsoft.com/office/drawing/2014/main" id="{39BF5F71-1B25-1A43-A501-D15FF91BCECF}"/>
                </a:ext>
              </a:extLst>
            </p:cNvPr>
            <p:cNvSpPr/>
            <p:nvPr/>
          </p:nvSpPr>
          <p:spPr>
            <a:xfrm>
              <a:off x="4497468" y="5988812"/>
              <a:ext cx="219600" cy="2196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3EAF6F5D-2A42-5E4D-8E2C-088A4B8CCBBA}"/>
                </a:ext>
              </a:extLst>
            </p:cNvPr>
            <p:cNvSpPr/>
            <p:nvPr/>
          </p:nvSpPr>
          <p:spPr>
            <a:xfrm>
              <a:off x="5094948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24" name="矩形 223">
              <a:extLst>
                <a:ext uri="{FF2B5EF4-FFF2-40B4-BE49-F238E27FC236}">
                  <a16:creationId xmlns:a16="http://schemas.microsoft.com/office/drawing/2014/main" id="{500D9E03-563A-AD4B-9354-AC22108D6363}"/>
                </a:ext>
              </a:extLst>
            </p:cNvPr>
            <p:cNvSpPr/>
            <p:nvPr/>
          </p:nvSpPr>
          <p:spPr>
            <a:xfrm>
              <a:off x="5678424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225" name="群組 224">
            <a:extLst>
              <a:ext uri="{FF2B5EF4-FFF2-40B4-BE49-F238E27FC236}">
                <a16:creationId xmlns:a16="http://schemas.microsoft.com/office/drawing/2014/main" id="{508D0A06-3FF8-AC4B-806F-B1D96E6FA68D}"/>
              </a:ext>
            </a:extLst>
          </p:cNvPr>
          <p:cNvGrpSpPr/>
          <p:nvPr/>
        </p:nvGrpSpPr>
        <p:grpSpPr>
          <a:xfrm>
            <a:off x="1724745" y="3813404"/>
            <a:ext cx="2145033" cy="566192"/>
            <a:chOff x="2528676" y="5476892"/>
            <a:chExt cx="3567324" cy="835008"/>
          </a:xfrm>
        </p:grpSpPr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5D5D54D4-14E3-4645-AD40-FC25A4A0CF0D}"/>
                </a:ext>
              </a:extLst>
            </p:cNvPr>
            <p:cNvSpPr/>
            <p:nvPr/>
          </p:nvSpPr>
          <p:spPr>
            <a:xfrm>
              <a:off x="2528676" y="5476892"/>
              <a:ext cx="3567324" cy="835008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30F8A66B-2E69-AF42-82CC-8DA0E7B5E038}"/>
                </a:ext>
              </a:extLst>
            </p:cNvPr>
            <p:cNvSpPr/>
            <p:nvPr/>
          </p:nvSpPr>
          <p:spPr>
            <a:xfrm>
              <a:off x="2956560" y="5665724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</a:rPr>
                <a:t>9</a:t>
              </a:r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A15A8BD2-E2F9-C04D-B3F0-4735D0E8AC38}"/>
                </a:ext>
              </a:extLst>
            </p:cNvPr>
            <p:cNvSpPr/>
            <p:nvPr/>
          </p:nvSpPr>
          <p:spPr>
            <a:xfrm>
              <a:off x="3541776" y="5665724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en-US" altLang="zh-TW" sz="1200" dirty="0">
                  <a:solidFill>
                    <a:schemeClr val="tx1"/>
                  </a:solidFill>
                </a:rPr>
                <a:t>11</a:t>
              </a:r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D175B386-AF74-DD4B-8000-A96A5FFD1849}"/>
                </a:ext>
              </a:extLst>
            </p:cNvPr>
            <p:cNvSpPr/>
            <p:nvPr/>
          </p:nvSpPr>
          <p:spPr>
            <a:xfrm>
              <a:off x="4130040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0" name="矩形 229">
              <a:extLst>
                <a:ext uri="{FF2B5EF4-FFF2-40B4-BE49-F238E27FC236}">
                  <a16:creationId xmlns:a16="http://schemas.microsoft.com/office/drawing/2014/main" id="{20202DE2-6E9B-E548-892C-4C05ADEC7A89}"/>
                </a:ext>
              </a:extLst>
            </p:cNvPr>
            <p:cNvSpPr/>
            <p:nvPr/>
          </p:nvSpPr>
          <p:spPr>
            <a:xfrm>
              <a:off x="4718304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A949D551-6AAB-DF49-BE5B-DCCC6E5480CD}"/>
                </a:ext>
              </a:extLst>
            </p:cNvPr>
            <p:cNvSpPr/>
            <p:nvPr/>
          </p:nvSpPr>
          <p:spPr>
            <a:xfrm>
              <a:off x="5306568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32" name="矩形 231">
              <a:extLst>
                <a:ext uri="{FF2B5EF4-FFF2-40B4-BE49-F238E27FC236}">
                  <a16:creationId xmlns:a16="http://schemas.microsoft.com/office/drawing/2014/main" id="{3B3A7F79-1198-9249-9824-3F5A4546E953}"/>
                </a:ext>
              </a:extLst>
            </p:cNvPr>
            <p:cNvSpPr/>
            <p:nvPr/>
          </p:nvSpPr>
          <p:spPr>
            <a:xfrm>
              <a:off x="3325368" y="5988812"/>
              <a:ext cx="219600" cy="21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33" name="矩形 232">
              <a:extLst>
                <a:ext uri="{FF2B5EF4-FFF2-40B4-BE49-F238E27FC236}">
                  <a16:creationId xmlns:a16="http://schemas.microsoft.com/office/drawing/2014/main" id="{D6E06261-9606-634C-B831-A4C68D73A76F}"/>
                </a:ext>
              </a:extLst>
            </p:cNvPr>
            <p:cNvSpPr/>
            <p:nvPr/>
          </p:nvSpPr>
          <p:spPr>
            <a:xfrm>
              <a:off x="2732172" y="5988812"/>
              <a:ext cx="219600" cy="21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34" name="矩形 233">
              <a:extLst>
                <a:ext uri="{FF2B5EF4-FFF2-40B4-BE49-F238E27FC236}">
                  <a16:creationId xmlns:a16="http://schemas.microsoft.com/office/drawing/2014/main" id="{E9383C67-9A46-7944-A4F4-D729057083F5}"/>
                </a:ext>
              </a:extLst>
            </p:cNvPr>
            <p:cNvSpPr/>
            <p:nvPr/>
          </p:nvSpPr>
          <p:spPr>
            <a:xfrm>
              <a:off x="3914868" y="5988812"/>
              <a:ext cx="219600" cy="21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35" name="矩形 234">
              <a:extLst>
                <a:ext uri="{FF2B5EF4-FFF2-40B4-BE49-F238E27FC236}">
                  <a16:creationId xmlns:a16="http://schemas.microsoft.com/office/drawing/2014/main" id="{DF437D94-DA5D-DC4A-8CFA-E3A4AD0CF6F2}"/>
                </a:ext>
              </a:extLst>
            </p:cNvPr>
            <p:cNvSpPr/>
            <p:nvPr/>
          </p:nvSpPr>
          <p:spPr>
            <a:xfrm>
              <a:off x="4497468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36" name="矩形 235">
              <a:extLst>
                <a:ext uri="{FF2B5EF4-FFF2-40B4-BE49-F238E27FC236}">
                  <a16:creationId xmlns:a16="http://schemas.microsoft.com/office/drawing/2014/main" id="{271CF91C-818F-774C-B7F7-0E7844B5294B}"/>
                </a:ext>
              </a:extLst>
            </p:cNvPr>
            <p:cNvSpPr/>
            <p:nvPr/>
          </p:nvSpPr>
          <p:spPr>
            <a:xfrm>
              <a:off x="5094948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37" name="矩形 236">
              <a:extLst>
                <a:ext uri="{FF2B5EF4-FFF2-40B4-BE49-F238E27FC236}">
                  <a16:creationId xmlns:a16="http://schemas.microsoft.com/office/drawing/2014/main" id="{72DD312D-5D2D-2445-89F1-35CA6A63430D}"/>
                </a:ext>
              </a:extLst>
            </p:cNvPr>
            <p:cNvSpPr/>
            <p:nvPr/>
          </p:nvSpPr>
          <p:spPr>
            <a:xfrm>
              <a:off x="5678424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cxnSp>
        <p:nvCxnSpPr>
          <p:cNvPr id="238" name="直線箭頭接點 237">
            <a:extLst>
              <a:ext uri="{FF2B5EF4-FFF2-40B4-BE49-F238E27FC236}">
                <a16:creationId xmlns:a16="http://schemas.microsoft.com/office/drawing/2014/main" id="{701BB3FB-DDE4-514F-9901-5410000E0F3A}"/>
              </a:ext>
            </a:extLst>
          </p:cNvPr>
          <p:cNvCxnSpPr>
            <a:cxnSpLocks/>
            <a:stCxn id="233" idx="2"/>
            <a:endCxn id="174" idx="0"/>
          </p:cNvCxnSpPr>
          <p:nvPr/>
        </p:nvCxnSpPr>
        <p:spPr>
          <a:xfrm flipH="1">
            <a:off x="1398834" y="4309424"/>
            <a:ext cx="514296" cy="1371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線箭頭接點 240">
            <a:extLst>
              <a:ext uri="{FF2B5EF4-FFF2-40B4-BE49-F238E27FC236}">
                <a16:creationId xmlns:a16="http://schemas.microsoft.com/office/drawing/2014/main" id="{F470A016-FB24-5F43-A855-D657052BF6C4}"/>
              </a:ext>
            </a:extLst>
          </p:cNvPr>
          <p:cNvCxnSpPr>
            <a:cxnSpLocks/>
            <a:stCxn id="232" idx="2"/>
            <a:endCxn id="83" idx="0"/>
          </p:cNvCxnSpPr>
          <p:nvPr/>
        </p:nvCxnSpPr>
        <p:spPr>
          <a:xfrm>
            <a:off x="2269819" y="4309424"/>
            <a:ext cx="1477598" cy="1371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線箭頭接點 244">
            <a:extLst>
              <a:ext uri="{FF2B5EF4-FFF2-40B4-BE49-F238E27FC236}">
                <a16:creationId xmlns:a16="http://schemas.microsoft.com/office/drawing/2014/main" id="{0F6EE8B4-E652-2C46-95BA-B161D15ACDB6}"/>
              </a:ext>
            </a:extLst>
          </p:cNvPr>
          <p:cNvCxnSpPr>
            <a:cxnSpLocks/>
            <a:stCxn id="234" idx="2"/>
            <a:endCxn id="187" idx="0"/>
          </p:cNvCxnSpPr>
          <p:nvPr/>
        </p:nvCxnSpPr>
        <p:spPr>
          <a:xfrm>
            <a:off x="2624286" y="4309424"/>
            <a:ext cx="3471714" cy="1371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8" name="群組 247">
            <a:extLst>
              <a:ext uri="{FF2B5EF4-FFF2-40B4-BE49-F238E27FC236}">
                <a16:creationId xmlns:a16="http://schemas.microsoft.com/office/drawing/2014/main" id="{C8515A5B-2DE1-2A40-BF28-3ADDBEABADDE}"/>
              </a:ext>
            </a:extLst>
          </p:cNvPr>
          <p:cNvGrpSpPr/>
          <p:nvPr/>
        </p:nvGrpSpPr>
        <p:grpSpPr>
          <a:xfrm>
            <a:off x="8316341" y="3813404"/>
            <a:ext cx="2145033" cy="566192"/>
            <a:chOff x="2528676" y="5476892"/>
            <a:chExt cx="3567324" cy="835008"/>
          </a:xfrm>
        </p:grpSpPr>
        <p:sp>
          <p:nvSpPr>
            <p:cNvPr id="249" name="矩形 248">
              <a:extLst>
                <a:ext uri="{FF2B5EF4-FFF2-40B4-BE49-F238E27FC236}">
                  <a16:creationId xmlns:a16="http://schemas.microsoft.com/office/drawing/2014/main" id="{279F81F7-A458-FB4D-B591-79C45592D00A}"/>
                </a:ext>
              </a:extLst>
            </p:cNvPr>
            <p:cNvSpPr/>
            <p:nvPr/>
          </p:nvSpPr>
          <p:spPr>
            <a:xfrm>
              <a:off x="2528676" y="5476892"/>
              <a:ext cx="3567324" cy="835008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50" name="矩形 249">
              <a:extLst>
                <a:ext uri="{FF2B5EF4-FFF2-40B4-BE49-F238E27FC236}">
                  <a16:creationId xmlns:a16="http://schemas.microsoft.com/office/drawing/2014/main" id="{38A0202F-5602-5E42-BAA3-DB47D916CE49}"/>
                </a:ext>
              </a:extLst>
            </p:cNvPr>
            <p:cNvSpPr/>
            <p:nvPr/>
          </p:nvSpPr>
          <p:spPr>
            <a:xfrm>
              <a:off x="2956560" y="5665724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</a:rPr>
                <a:t>16</a:t>
              </a:r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51" name="矩形 250">
              <a:extLst>
                <a:ext uri="{FF2B5EF4-FFF2-40B4-BE49-F238E27FC236}">
                  <a16:creationId xmlns:a16="http://schemas.microsoft.com/office/drawing/2014/main" id="{0BE06CD4-2194-1847-9A1B-E11095630A9D}"/>
                </a:ext>
              </a:extLst>
            </p:cNvPr>
            <p:cNvSpPr/>
            <p:nvPr/>
          </p:nvSpPr>
          <p:spPr>
            <a:xfrm>
              <a:off x="3541776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227E8744-B1F6-6340-830A-9AB3DBD426B1}"/>
                </a:ext>
              </a:extLst>
            </p:cNvPr>
            <p:cNvSpPr/>
            <p:nvPr/>
          </p:nvSpPr>
          <p:spPr>
            <a:xfrm>
              <a:off x="4130040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8139871B-7358-B947-A913-29CEB0BBBD01}"/>
                </a:ext>
              </a:extLst>
            </p:cNvPr>
            <p:cNvSpPr/>
            <p:nvPr/>
          </p:nvSpPr>
          <p:spPr>
            <a:xfrm>
              <a:off x="4718304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4FABF51D-639D-274F-B71C-20EE4FA9FA19}"/>
                </a:ext>
              </a:extLst>
            </p:cNvPr>
            <p:cNvSpPr/>
            <p:nvPr/>
          </p:nvSpPr>
          <p:spPr>
            <a:xfrm>
              <a:off x="5306568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55" name="矩形 254">
              <a:extLst>
                <a:ext uri="{FF2B5EF4-FFF2-40B4-BE49-F238E27FC236}">
                  <a16:creationId xmlns:a16="http://schemas.microsoft.com/office/drawing/2014/main" id="{6201A6AC-9181-E14C-943F-979B1ABD1E9E}"/>
                </a:ext>
              </a:extLst>
            </p:cNvPr>
            <p:cNvSpPr/>
            <p:nvPr/>
          </p:nvSpPr>
          <p:spPr>
            <a:xfrm>
              <a:off x="3325368" y="5988812"/>
              <a:ext cx="219600" cy="21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56" name="矩形 255">
              <a:extLst>
                <a:ext uri="{FF2B5EF4-FFF2-40B4-BE49-F238E27FC236}">
                  <a16:creationId xmlns:a16="http://schemas.microsoft.com/office/drawing/2014/main" id="{92D001AE-BF03-6E47-873E-D032114FCA4E}"/>
                </a:ext>
              </a:extLst>
            </p:cNvPr>
            <p:cNvSpPr/>
            <p:nvPr/>
          </p:nvSpPr>
          <p:spPr>
            <a:xfrm>
              <a:off x="2732172" y="5988812"/>
              <a:ext cx="219600" cy="21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74234E56-C814-274B-8629-ADF1493E20A9}"/>
                </a:ext>
              </a:extLst>
            </p:cNvPr>
            <p:cNvSpPr/>
            <p:nvPr/>
          </p:nvSpPr>
          <p:spPr>
            <a:xfrm>
              <a:off x="3914868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58" name="矩形 257">
              <a:extLst>
                <a:ext uri="{FF2B5EF4-FFF2-40B4-BE49-F238E27FC236}">
                  <a16:creationId xmlns:a16="http://schemas.microsoft.com/office/drawing/2014/main" id="{458CB7EF-BDEC-5F4C-9E01-A5B16491243C}"/>
                </a:ext>
              </a:extLst>
            </p:cNvPr>
            <p:cNvSpPr/>
            <p:nvPr/>
          </p:nvSpPr>
          <p:spPr>
            <a:xfrm>
              <a:off x="4497468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59" name="矩形 258">
              <a:extLst>
                <a:ext uri="{FF2B5EF4-FFF2-40B4-BE49-F238E27FC236}">
                  <a16:creationId xmlns:a16="http://schemas.microsoft.com/office/drawing/2014/main" id="{623596CF-5220-1042-8CC4-72CFAD3E089E}"/>
                </a:ext>
              </a:extLst>
            </p:cNvPr>
            <p:cNvSpPr/>
            <p:nvPr/>
          </p:nvSpPr>
          <p:spPr>
            <a:xfrm>
              <a:off x="5094948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60" name="矩形 259">
              <a:extLst>
                <a:ext uri="{FF2B5EF4-FFF2-40B4-BE49-F238E27FC236}">
                  <a16:creationId xmlns:a16="http://schemas.microsoft.com/office/drawing/2014/main" id="{483D6809-4750-4742-A279-2A06B41EEC49}"/>
                </a:ext>
              </a:extLst>
            </p:cNvPr>
            <p:cNvSpPr/>
            <p:nvPr/>
          </p:nvSpPr>
          <p:spPr>
            <a:xfrm>
              <a:off x="5678424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cxnSp>
        <p:nvCxnSpPr>
          <p:cNvPr id="261" name="直線箭頭接點 260">
            <a:extLst>
              <a:ext uri="{FF2B5EF4-FFF2-40B4-BE49-F238E27FC236}">
                <a16:creationId xmlns:a16="http://schemas.microsoft.com/office/drawing/2014/main" id="{85B16086-AF0D-494C-B3F1-B28829F4556E}"/>
              </a:ext>
            </a:extLst>
          </p:cNvPr>
          <p:cNvCxnSpPr>
            <a:cxnSpLocks/>
            <a:stCxn id="256" idx="2"/>
            <a:endCxn id="200" idx="0"/>
          </p:cNvCxnSpPr>
          <p:nvPr/>
        </p:nvCxnSpPr>
        <p:spPr>
          <a:xfrm flipH="1">
            <a:off x="8444583" y="4309424"/>
            <a:ext cx="60143" cy="1371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直線箭頭接點 264">
            <a:extLst>
              <a:ext uri="{FF2B5EF4-FFF2-40B4-BE49-F238E27FC236}">
                <a16:creationId xmlns:a16="http://schemas.microsoft.com/office/drawing/2014/main" id="{49E596FE-27C1-D54E-9B6D-952CFBD5BD50}"/>
              </a:ext>
            </a:extLst>
          </p:cNvPr>
          <p:cNvCxnSpPr>
            <a:cxnSpLocks/>
            <a:stCxn id="255" idx="2"/>
            <a:endCxn id="213" idx="0"/>
          </p:cNvCxnSpPr>
          <p:nvPr/>
        </p:nvCxnSpPr>
        <p:spPr>
          <a:xfrm>
            <a:off x="8861415" y="4309424"/>
            <a:ext cx="1931751" cy="1371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8" name="群組 267">
            <a:extLst>
              <a:ext uri="{FF2B5EF4-FFF2-40B4-BE49-F238E27FC236}">
                <a16:creationId xmlns:a16="http://schemas.microsoft.com/office/drawing/2014/main" id="{D8DBA022-922D-F044-892D-7EF93FA337F5}"/>
              </a:ext>
            </a:extLst>
          </p:cNvPr>
          <p:cNvGrpSpPr/>
          <p:nvPr/>
        </p:nvGrpSpPr>
        <p:grpSpPr>
          <a:xfrm>
            <a:off x="4705231" y="2593009"/>
            <a:ext cx="2145033" cy="566192"/>
            <a:chOff x="2528676" y="5476892"/>
            <a:chExt cx="3567324" cy="835008"/>
          </a:xfrm>
        </p:grpSpPr>
        <p:sp>
          <p:nvSpPr>
            <p:cNvPr id="269" name="矩形 268">
              <a:extLst>
                <a:ext uri="{FF2B5EF4-FFF2-40B4-BE49-F238E27FC236}">
                  <a16:creationId xmlns:a16="http://schemas.microsoft.com/office/drawing/2014/main" id="{A91858AE-5644-8540-BC63-2AE36A9F6300}"/>
                </a:ext>
              </a:extLst>
            </p:cNvPr>
            <p:cNvSpPr/>
            <p:nvPr/>
          </p:nvSpPr>
          <p:spPr>
            <a:xfrm>
              <a:off x="2528676" y="5476892"/>
              <a:ext cx="3567324" cy="835008"/>
            </a:xfrm>
            <a:prstGeom prst="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id="{AAC0E372-6369-6E47-A3F9-CC0FCEE82F4B}"/>
                </a:ext>
              </a:extLst>
            </p:cNvPr>
            <p:cNvSpPr/>
            <p:nvPr/>
          </p:nvSpPr>
          <p:spPr>
            <a:xfrm>
              <a:off x="2956560" y="5665724"/>
              <a:ext cx="371856" cy="32308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zh-TW" sz="1200" dirty="0">
                  <a:solidFill>
                    <a:schemeClr val="tx1"/>
                  </a:solidFill>
                </a:rPr>
                <a:t>13</a:t>
              </a:r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71" name="矩形 270">
              <a:extLst>
                <a:ext uri="{FF2B5EF4-FFF2-40B4-BE49-F238E27FC236}">
                  <a16:creationId xmlns:a16="http://schemas.microsoft.com/office/drawing/2014/main" id="{807C2BDB-3BFB-4949-9BE7-CD7FADBB0207}"/>
                </a:ext>
              </a:extLst>
            </p:cNvPr>
            <p:cNvSpPr/>
            <p:nvPr/>
          </p:nvSpPr>
          <p:spPr>
            <a:xfrm>
              <a:off x="3541776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endParaRPr kumimoji="1" lang="zh-TW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72" name="矩形 271">
              <a:extLst>
                <a:ext uri="{FF2B5EF4-FFF2-40B4-BE49-F238E27FC236}">
                  <a16:creationId xmlns:a16="http://schemas.microsoft.com/office/drawing/2014/main" id="{9A1C2835-FED7-004C-8CDC-52EB93947083}"/>
                </a:ext>
              </a:extLst>
            </p:cNvPr>
            <p:cNvSpPr/>
            <p:nvPr/>
          </p:nvSpPr>
          <p:spPr>
            <a:xfrm>
              <a:off x="4130040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3" name="矩形 272">
              <a:extLst>
                <a:ext uri="{FF2B5EF4-FFF2-40B4-BE49-F238E27FC236}">
                  <a16:creationId xmlns:a16="http://schemas.microsoft.com/office/drawing/2014/main" id="{E61E3534-382D-144E-B4E6-B28222FB8140}"/>
                </a:ext>
              </a:extLst>
            </p:cNvPr>
            <p:cNvSpPr/>
            <p:nvPr/>
          </p:nvSpPr>
          <p:spPr>
            <a:xfrm>
              <a:off x="4718304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967525F4-18EF-784B-A3C2-36278B250635}"/>
                </a:ext>
              </a:extLst>
            </p:cNvPr>
            <p:cNvSpPr/>
            <p:nvPr/>
          </p:nvSpPr>
          <p:spPr>
            <a:xfrm>
              <a:off x="5306568" y="5665724"/>
              <a:ext cx="371856" cy="32308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75" name="矩形 274">
              <a:extLst>
                <a:ext uri="{FF2B5EF4-FFF2-40B4-BE49-F238E27FC236}">
                  <a16:creationId xmlns:a16="http://schemas.microsoft.com/office/drawing/2014/main" id="{95B3DB25-43C0-EE44-97C6-55E7BC519328}"/>
                </a:ext>
              </a:extLst>
            </p:cNvPr>
            <p:cNvSpPr/>
            <p:nvPr/>
          </p:nvSpPr>
          <p:spPr>
            <a:xfrm>
              <a:off x="3325368" y="5988812"/>
              <a:ext cx="219600" cy="21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76" name="矩形 275">
              <a:extLst>
                <a:ext uri="{FF2B5EF4-FFF2-40B4-BE49-F238E27FC236}">
                  <a16:creationId xmlns:a16="http://schemas.microsoft.com/office/drawing/2014/main" id="{6DC5535D-86A3-924D-A6A4-A6372614E71E}"/>
                </a:ext>
              </a:extLst>
            </p:cNvPr>
            <p:cNvSpPr/>
            <p:nvPr/>
          </p:nvSpPr>
          <p:spPr>
            <a:xfrm>
              <a:off x="2732172" y="5988812"/>
              <a:ext cx="219600" cy="21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77" name="矩形 276">
              <a:extLst>
                <a:ext uri="{FF2B5EF4-FFF2-40B4-BE49-F238E27FC236}">
                  <a16:creationId xmlns:a16="http://schemas.microsoft.com/office/drawing/2014/main" id="{22B70723-BC0B-ED47-8F73-D4EF3236ACBC}"/>
                </a:ext>
              </a:extLst>
            </p:cNvPr>
            <p:cNvSpPr/>
            <p:nvPr/>
          </p:nvSpPr>
          <p:spPr>
            <a:xfrm>
              <a:off x="3914868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E3E2EDF0-145A-3B4F-8582-9198C06347DA}"/>
                </a:ext>
              </a:extLst>
            </p:cNvPr>
            <p:cNvSpPr/>
            <p:nvPr/>
          </p:nvSpPr>
          <p:spPr>
            <a:xfrm>
              <a:off x="4497468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79" name="矩形 278">
              <a:extLst>
                <a:ext uri="{FF2B5EF4-FFF2-40B4-BE49-F238E27FC236}">
                  <a16:creationId xmlns:a16="http://schemas.microsoft.com/office/drawing/2014/main" id="{70E6A034-B18A-5344-BB0F-F3FBB4467F32}"/>
                </a:ext>
              </a:extLst>
            </p:cNvPr>
            <p:cNvSpPr/>
            <p:nvPr/>
          </p:nvSpPr>
          <p:spPr>
            <a:xfrm>
              <a:off x="5094948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80" name="矩形 279">
              <a:extLst>
                <a:ext uri="{FF2B5EF4-FFF2-40B4-BE49-F238E27FC236}">
                  <a16:creationId xmlns:a16="http://schemas.microsoft.com/office/drawing/2014/main" id="{90395A1B-C9DF-D744-8724-5570D40AF85D}"/>
                </a:ext>
              </a:extLst>
            </p:cNvPr>
            <p:cNvSpPr/>
            <p:nvPr/>
          </p:nvSpPr>
          <p:spPr>
            <a:xfrm>
              <a:off x="5678424" y="5988812"/>
              <a:ext cx="219600" cy="219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cxnSp>
        <p:nvCxnSpPr>
          <p:cNvPr id="281" name="直線箭頭接點 280">
            <a:extLst>
              <a:ext uri="{FF2B5EF4-FFF2-40B4-BE49-F238E27FC236}">
                <a16:creationId xmlns:a16="http://schemas.microsoft.com/office/drawing/2014/main" id="{1AD8F05D-58ED-3949-BB2E-EBB47DEEB377}"/>
              </a:ext>
            </a:extLst>
          </p:cNvPr>
          <p:cNvCxnSpPr>
            <a:cxnSpLocks/>
            <a:stCxn id="276" idx="2"/>
            <a:endCxn id="226" idx="0"/>
          </p:cNvCxnSpPr>
          <p:nvPr/>
        </p:nvCxnSpPr>
        <p:spPr>
          <a:xfrm flipH="1">
            <a:off x="2797262" y="3089029"/>
            <a:ext cx="2096354" cy="7243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線箭頭接點 283">
            <a:extLst>
              <a:ext uri="{FF2B5EF4-FFF2-40B4-BE49-F238E27FC236}">
                <a16:creationId xmlns:a16="http://schemas.microsoft.com/office/drawing/2014/main" id="{076A33EB-5B3D-3F4B-838A-8141A957020B}"/>
              </a:ext>
            </a:extLst>
          </p:cNvPr>
          <p:cNvCxnSpPr>
            <a:cxnSpLocks/>
            <a:stCxn id="275" idx="2"/>
            <a:endCxn id="249" idx="0"/>
          </p:cNvCxnSpPr>
          <p:nvPr/>
        </p:nvCxnSpPr>
        <p:spPr>
          <a:xfrm>
            <a:off x="5250305" y="3089029"/>
            <a:ext cx="4138553" cy="7243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矩形 287">
            <a:extLst>
              <a:ext uri="{FF2B5EF4-FFF2-40B4-BE49-F238E27FC236}">
                <a16:creationId xmlns:a16="http://schemas.microsoft.com/office/drawing/2014/main" id="{01AB3413-912D-C84E-A450-1F2AAFA8A950}"/>
              </a:ext>
            </a:extLst>
          </p:cNvPr>
          <p:cNvSpPr/>
          <p:nvPr/>
        </p:nvSpPr>
        <p:spPr>
          <a:xfrm>
            <a:off x="790524" y="6302051"/>
            <a:ext cx="1262606" cy="53124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endParaRPr kumimoji="1" lang="en-US" altLang="zh-TW" sz="11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Tag: 1          Level: 0</a:t>
            </a: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Parent: 3    Next: 2</a:t>
            </a: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Length: 2</a:t>
            </a:r>
            <a:endParaRPr kumimoji="1" lang="zh-TW" altLang="en-US" sz="1100" dirty="0">
              <a:solidFill>
                <a:schemeClr val="bg1">
                  <a:lumMod val="50000"/>
                </a:schemeClr>
              </a:solidFill>
            </a:endParaRPr>
          </a:p>
          <a:p>
            <a:endParaRPr kumimoji="1" lang="zh-TW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232EAED4-1ED6-D148-936B-6065DD1155CF}"/>
              </a:ext>
            </a:extLst>
          </p:cNvPr>
          <p:cNvSpPr/>
          <p:nvPr/>
        </p:nvSpPr>
        <p:spPr>
          <a:xfrm>
            <a:off x="3116113" y="6302051"/>
            <a:ext cx="1262606" cy="53124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endParaRPr kumimoji="1" lang="en-US" altLang="zh-TW" sz="11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Tag: 2          Level: 0</a:t>
            </a: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Parent: 3    Next: 4</a:t>
            </a: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Length: 2</a:t>
            </a:r>
            <a:endParaRPr kumimoji="1" lang="zh-TW" altLang="en-US" sz="1100" dirty="0">
              <a:solidFill>
                <a:schemeClr val="bg1">
                  <a:lumMod val="50000"/>
                </a:schemeClr>
              </a:solidFill>
            </a:endParaRPr>
          </a:p>
          <a:p>
            <a:endParaRPr kumimoji="1" lang="zh-TW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0924792D-85B7-FD47-918F-8E860820C34F}"/>
              </a:ext>
            </a:extLst>
          </p:cNvPr>
          <p:cNvSpPr/>
          <p:nvPr/>
        </p:nvSpPr>
        <p:spPr>
          <a:xfrm>
            <a:off x="5468615" y="6302051"/>
            <a:ext cx="1262606" cy="53124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endParaRPr kumimoji="1" lang="en-US" altLang="zh-TW" sz="11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Tag: 4          Level: 0</a:t>
            </a: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Parent: 3    Next: 5</a:t>
            </a: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Length: 2</a:t>
            </a:r>
            <a:endParaRPr kumimoji="1" lang="zh-TW" altLang="en-US" sz="1100" dirty="0">
              <a:solidFill>
                <a:schemeClr val="bg1">
                  <a:lumMod val="50000"/>
                </a:schemeClr>
              </a:solidFill>
            </a:endParaRPr>
          </a:p>
          <a:p>
            <a:endParaRPr kumimoji="1" lang="zh-TW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A96D00C2-4C97-A94D-B358-59599862C8D3}"/>
              </a:ext>
            </a:extLst>
          </p:cNvPr>
          <p:cNvSpPr/>
          <p:nvPr/>
        </p:nvSpPr>
        <p:spPr>
          <a:xfrm>
            <a:off x="7825723" y="6302051"/>
            <a:ext cx="1262606" cy="53124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endParaRPr kumimoji="1" lang="en-US" altLang="zh-TW" sz="11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Tag: 5          Level: 0</a:t>
            </a: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Parent: 7    Next: 6</a:t>
            </a: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Length: 2</a:t>
            </a:r>
            <a:endParaRPr kumimoji="1" lang="zh-TW" altLang="en-US" sz="1100" dirty="0">
              <a:solidFill>
                <a:schemeClr val="bg1">
                  <a:lumMod val="50000"/>
                </a:schemeClr>
              </a:solidFill>
            </a:endParaRPr>
          </a:p>
          <a:p>
            <a:endParaRPr kumimoji="1" lang="zh-TW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CEE0F7BB-5A15-F74B-AF30-B5FF9046E473}"/>
              </a:ext>
            </a:extLst>
          </p:cNvPr>
          <p:cNvSpPr/>
          <p:nvPr/>
        </p:nvSpPr>
        <p:spPr>
          <a:xfrm>
            <a:off x="10182831" y="6302942"/>
            <a:ext cx="1262606" cy="53124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endParaRPr kumimoji="1" lang="en-US" altLang="zh-TW" sz="11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Tag: 6          Level: 0</a:t>
            </a: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Parent: 7    Next: 0</a:t>
            </a: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Length: 2</a:t>
            </a:r>
            <a:endParaRPr kumimoji="1" lang="zh-TW" altLang="en-US" sz="1100" dirty="0">
              <a:solidFill>
                <a:schemeClr val="bg1">
                  <a:lumMod val="50000"/>
                </a:schemeClr>
              </a:solidFill>
            </a:endParaRPr>
          </a:p>
          <a:p>
            <a:endParaRPr kumimoji="1" lang="zh-TW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7FE4C2A5-0791-1848-963D-856991083E97}"/>
              </a:ext>
            </a:extLst>
          </p:cNvPr>
          <p:cNvSpPr/>
          <p:nvPr/>
        </p:nvSpPr>
        <p:spPr>
          <a:xfrm>
            <a:off x="3942996" y="3829992"/>
            <a:ext cx="1262606" cy="53124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endParaRPr kumimoji="1" lang="en-US" altLang="zh-TW" sz="11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Tag: 3          Level: 1</a:t>
            </a: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Parent: 8    Next: 7</a:t>
            </a: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Length: 2</a:t>
            </a:r>
            <a:endParaRPr kumimoji="1" lang="zh-TW" altLang="en-US" sz="1100" dirty="0">
              <a:solidFill>
                <a:schemeClr val="bg1">
                  <a:lumMod val="50000"/>
                </a:schemeClr>
              </a:solidFill>
            </a:endParaRPr>
          </a:p>
          <a:p>
            <a:endParaRPr kumimoji="1" lang="zh-TW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F0BB6774-727A-4D4A-B05E-9B22B6A2EBA4}"/>
              </a:ext>
            </a:extLst>
          </p:cNvPr>
          <p:cNvSpPr/>
          <p:nvPr/>
        </p:nvSpPr>
        <p:spPr>
          <a:xfrm>
            <a:off x="6978788" y="3829992"/>
            <a:ext cx="1262606" cy="53124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endParaRPr kumimoji="1" lang="en-US" altLang="zh-TW" sz="11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Tag: 7          Level: 1</a:t>
            </a: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Parent: 8    Next: 0</a:t>
            </a: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Length: 1</a:t>
            </a:r>
            <a:endParaRPr kumimoji="1" lang="zh-TW" altLang="en-US" sz="1100" dirty="0">
              <a:solidFill>
                <a:schemeClr val="bg1">
                  <a:lumMod val="50000"/>
                </a:schemeClr>
              </a:solidFill>
            </a:endParaRPr>
          </a:p>
          <a:p>
            <a:endParaRPr kumimoji="1" lang="zh-TW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EA000772-D665-0D40-A7C7-2E8055416051}"/>
              </a:ext>
            </a:extLst>
          </p:cNvPr>
          <p:cNvSpPr/>
          <p:nvPr/>
        </p:nvSpPr>
        <p:spPr>
          <a:xfrm>
            <a:off x="6914059" y="2604330"/>
            <a:ext cx="1262606" cy="53124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endParaRPr kumimoji="1" lang="en-US" altLang="zh-TW" sz="11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Tag: 8          Level</a:t>
            </a:r>
            <a:r>
              <a:rPr kumimoji="1" lang="en-US" altLang="zh-TW" sz="1100">
                <a:solidFill>
                  <a:schemeClr val="bg1">
                    <a:lumMod val="50000"/>
                  </a:schemeClr>
                </a:solidFill>
              </a:rPr>
              <a:t>: 2</a:t>
            </a:r>
            <a:endParaRPr kumimoji="1" lang="en-US" altLang="zh-TW" sz="11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Parent: 0    Next: 0</a:t>
            </a:r>
          </a:p>
          <a:p>
            <a:r>
              <a:rPr kumimoji="1" lang="en-US" altLang="zh-TW" sz="1100" dirty="0">
                <a:solidFill>
                  <a:schemeClr val="bg1">
                    <a:lumMod val="50000"/>
                  </a:schemeClr>
                </a:solidFill>
              </a:rPr>
              <a:t>  Length: 1</a:t>
            </a:r>
            <a:endParaRPr kumimoji="1" lang="zh-TW" altLang="en-US" sz="1100" dirty="0">
              <a:solidFill>
                <a:schemeClr val="bg1">
                  <a:lumMod val="50000"/>
                </a:schemeClr>
              </a:solidFill>
            </a:endParaRPr>
          </a:p>
          <a:p>
            <a:endParaRPr kumimoji="1" lang="zh-TW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2009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26D4C0-F002-D541-897C-5E21550DC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API</a:t>
            </a:r>
            <a:endParaRPr kumimoji="1" lang="zh-TW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A80E226B-1992-164A-9203-BF0A9E9DE8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9469090"/>
              </p:ext>
            </p:extLst>
          </p:nvPr>
        </p:nvGraphicFramePr>
        <p:xfrm>
          <a:off x="838200" y="1825625"/>
          <a:ext cx="105156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893">
                  <a:extLst>
                    <a:ext uri="{9D8B030D-6E8A-4147-A177-3AD203B41FA5}">
                      <a16:colId xmlns:a16="http://schemas.microsoft.com/office/drawing/2014/main" val="1648715163"/>
                    </a:ext>
                  </a:extLst>
                </a:gridCol>
                <a:gridCol w="8057707">
                  <a:extLst>
                    <a:ext uri="{9D8B030D-6E8A-4147-A177-3AD203B41FA5}">
                      <a16:colId xmlns:a16="http://schemas.microsoft.com/office/drawing/2014/main" val="264604422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void Index_Api_Init(char *p_index_directory_path);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68647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cs typeface="Consolas" panose="020B0609020204030204" pitchFamily="49" charset="0"/>
                        </a:rPr>
                        <a:t>Initialize the index directory.</a:t>
                      </a:r>
                      <a:endParaRPr lang="zh-TW" altLang="en-US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516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p_index_directory_path</a:t>
                      </a:r>
                    </a:p>
                    <a:p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+mn-lt"/>
                          <a:cs typeface="Consolas" panose="020B0609020204030204" pitchFamily="49" charset="0"/>
                        </a:rPr>
                        <a:t>The pointer of the directory path.</a:t>
                      </a:r>
                    </a:p>
                    <a:p>
                      <a:r>
                        <a:rPr lang="en-US" altLang="zh-TW" sz="1800" dirty="0">
                          <a:latin typeface="+mn-lt"/>
                          <a:cs typeface="Consolas" panose="020B0609020204030204" pitchFamily="49" charset="0"/>
                        </a:rPr>
                        <a:t>If the path doesn’t exist, it will be auto created.</a:t>
                      </a:r>
                      <a:endParaRPr lang="zh-TW" altLang="en-US" sz="180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849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918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DCF812-9B18-9041-A756-CF3F8B55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API</a:t>
            </a:r>
            <a:endParaRPr kumimoji="1" lang="zh-TW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5763A88E-9263-1B47-9C66-17DF17C05A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3702519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1883015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void Index_Api_Close();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383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Close the index.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636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8415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97CF82-9E3B-DE43-8DF6-2BA99AD79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API</a:t>
            </a:r>
            <a:endParaRPr kumimoji="1" lang="zh-TW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2A4BDB67-343E-974F-B2AC-93E4F41CE6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9091211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265">
                  <a:extLst>
                    <a:ext uri="{9D8B030D-6E8A-4147-A177-3AD203B41FA5}">
                      <a16:colId xmlns:a16="http://schemas.microsoft.com/office/drawing/2014/main" val="3932025780"/>
                    </a:ext>
                  </a:extLst>
                </a:gridCol>
                <a:gridCol w="8589335">
                  <a:extLst>
                    <a:ext uri="{9D8B030D-6E8A-4147-A177-3AD203B41FA5}">
                      <a16:colId xmlns:a16="http://schemas.microsoft.com/office/drawing/2014/main" val="333825483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bool Index_Api_Index_Key_Exists(char *p_index_key);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17601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dirty="0"/>
                        <a:t>Query index key file exists or not.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259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p_index_key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Pointer of the index key string.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41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3810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AA660B-A8BD-724E-BEC8-797162E06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API</a:t>
            </a:r>
            <a:endParaRPr kumimoji="1"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354EAB78-9C6C-2249-B11C-87602C2CFE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051540"/>
              </p:ext>
            </p:extLst>
          </p:nvPr>
        </p:nvGraphicFramePr>
        <p:xfrm>
          <a:off x="838200" y="1825625"/>
          <a:ext cx="10515600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809">
                  <a:extLst>
                    <a:ext uri="{9D8B030D-6E8A-4147-A177-3AD203B41FA5}">
                      <a16:colId xmlns:a16="http://schemas.microsoft.com/office/drawing/2014/main" val="2370484634"/>
                    </a:ext>
                  </a:extLst>
                </a:gridCol>
                <a:gridCol w="7823791">
                  <a:extLst>
                    <a:ext uri="{9D8B030D-6E8A-4147-A177-3AD203B41FA5}">
                      <a16:colId xmlns:a16="http://schemas.microsoft.com/office/drawing/2014/main" val="187251636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void Index_Api_Insert_Element (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char *p_index_key,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void *p_index_id,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INDEX_ID_TYPE_E index_id_type,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void *p_index_payload,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uint32_t payload_size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73998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cs typeface="Consolas" panose="020B0609020204030204" pitchFamily="49" charset="0"/>
                        </a:rPr>
                        <a:t>Insert an element into the index system.</a:t>
                      </a:r>
                      <a:endParaRPr lang="zh-TW" altLang="en-US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052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p_index_key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+mn-lt"/>
                          <a:cs typeface="Consolas" panose="020B0609020204030204" pitchFamily="49" charset="0"/>
                        </a:rPr>
                        <a:t>Pointer of the index key string.</a:t>
                      </a:r>
                      <a:endParaRPr lang="zh-TW" altLang="en-US" sz="180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755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p_index_id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+mn-lt"/>
                          <a:cs typeface="Consolas" panose="020B0609020204030204" pitchFamily="49" charset="0"/>
                        </a:rPr>
                        <a:t>Pointer of the index id.</a:t>
                      </a:r>
                      <a:endParaRPr lang="zh-TW" altLang="en-US" sz="180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350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index_id_type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+mn-lt"/>
                          <a:cs typeface="Consolas" panose="020B0609020204030204" pitchFamily="49" charset="0"/>
                        </a:rPr>
                        <a:t>Type of the index id. It should register in index_id_type_table.</a:t>
                      </a:r>
                      <a:endParaRPr lang="zh-TW" altLang="en-US" sz="180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134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p_index_payload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+mn-lt"/>
                          <a:cs typeface="Consolas" panose="020B0609020204030204" pitchFamily="49" charset="0"/>
                        </a:rPr>
                        <a:t>Pointer of the index payload.</a:t>
                      </a:r>
                      <a:endParaRPr lang="zh-TW" altLang="en-US" sz="180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68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payload_size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+mn-lt"/>
                          <a:cs typeface="Consolas" panose="020B0609020204030204" pitchFamily="49" charset="0"/>
                        </a:rPr>
                        <a:t>Payload size, it should not greater than the </a:t>
                      </a:r>
                      <a:r>
                        <a:rPr lang="en-US" altLang="zh-TW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INDEX_PAYLOAD_SIZE </a:t>
                      </a:r>
                      <a:r>
                        <a:rPr lang="en-US" altLang="zh-TW" sz="1800" dirty="0">
                          <a:latin typeface="+mn-lt"/>
                          <a:cs typeface="Consolas" panose="020B0609020204030204" pitchFamily="49" charset="0"/>
                        </a:rPr>
                        <a:t>definition.</a:t>
                      </a:r>
                      <a:endParaRPr lang="zh-TW" altLang="en-US" sz="1800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31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73916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DDF02B-0C31-5A4E-BC67-6D44C77E4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API</a:t>
            </a:r>
            <a:endParaRPr kumimoji="1" lang="zh-TW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11F6ECD2-F98F-604A-BC24-02FCA202E4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2782148"/>
              </p:ext>
            </p:extLst>
          </p:nvPr>
        </p:nvGraphicFramePr>
        <p:xfrm>
          <a:off x="838200" y="1825625"/>
          <a:ext cx="10515600" cy="450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1858558795"/>
                    </a:ext>
                  </a:extLst>
                </a:gridCol>
                <a:gridCol w="8153400">
                  <a:extLst>
                    <a:ext uri="{9D8B030D-6E8A-4147-A177-3AD203B41FA5}">
                      <a16:colId xmlns:a16="http://schemas.microsoft.com/office/drawing/2014/main" val="176782179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void *Index_Api_Search (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char *p_index_key,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void *p_target_index_id,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INDEX_ID_TYPE_E index_id_type,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   uint32_t *result_length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l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15486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cs typeface="Consolas" panose="020B0609020204030204" pitchFamily="49" charset="0"/>
                        </a:rPr>
                        <a:t>Search the matched index id and return the target payloads.</a:t>
                      </a:r>
                      <a:endParaRPr lang="zh-TW" altLang="en-US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688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p_index_key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cs typeface="Consolas" panose="020B0609020204030204" pitchFamily="49" charset="0"/>
                        </a:rPr>
                        <a:t>Pointer of the index key string.</a:t>
                      </a:r>
                      <a:endParaRPr lang="zh-TW" altLang="en-US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51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p_target_index_id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cs typeface="Consolas" panose="020B0609020204030204" pitchFamily="49" charset="0"/>
                        </a:rPr>
                        <a:t>Pointer of the target index id.</a:t>
                      </a:r>
                      <a:endParaRPr lang="zh-TW" altLang="en-US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880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index_id_type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cs typeface="Consolas" panose="020B0609020204030204" pitchFamily="49" charset="0"/>
                        </a:rPr>
                        <a:t>Index id type enumeration that registered in index_id_type table.</a:t>
                      </a:r>
                      <a:endParaRPr lang="zh-TW" altLang="en-US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87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result_length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cs typeface="Consolas" panose="020B0609020204030204" pitchFamily="49" charset="0"/>
                        </a:rPr>
                        <a:t>Pointer of the integer that will store the result array length.</a:t>
                      </a:r>
                      <a:endParaRPr lang="zh-TW" altLang="en-US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719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Return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cs typeface="Consolas" panose="020B0609020204030204" pitchFamily="49" charset="0"/>
                        </a:rPr>
                        <a:t>Pointer of the result payload array.</a:t>
                      </a:r>
                    </a:p>
                    <a:p>
                      <a:r>
                        <a:rPr lang="en-US" altLang="zh-TW" dirty="0">
                          <a:latin typeface="+mn-lt"/>
                          <a:cs typeface="Consolas" panose="020B0609020204030204" pitchFamily="49" charset="0"/>
                        </a:rPr>
                        <a:t>The array will be the length of the </a:t>
                      </a:r>
                      <a:r>
                        <a:rPr lang="en-US" altLang="zh-TW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*result_length</a:t>
                      </a:r>
                      <a:r>
                        <a:rPr lang="en-US" altLang="zh-TW" dirty="0">
                          <a:latin typeface="+mn-lt"/>
                          <a:cs typeface="Consolas" panose="020B0609020204030204" pitchFamily="49" charset="0"/>
                        </a:rPr>
                        <a:t>.</a:t>
                      </a:r>
                    </a:p>
                    <a:p>
                      <a:r>
                        <a:rPr lang="en-US" altLang="zh-TW" dirty="0">
                          <a:latin typeface="+mn-lt"/>
                          <a:cs typeface="Consolas" panose="020B0609020204030204" pitchFamily="49" charset="0"/>
                        </a:rPr>
                        <a:t>Each result element length will be </a:t>
                      </a:r>
                      <a:r>
                        <a:rPr lang="en-US" altLang="zh-TW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INDEX_PAYLOAD_SIZE </a:t>
                      </a:r>
                      <a:r>
                        <a:rPr lang="en-US" altLang="zh-TW" dirty="0">
                          <a:latin typeface="+mn-lt"/>
                          <a:cs typeface="Consolas" panose="020B0609020204030204" pitchFamily="49" charset="0"/>
                        </a:rPr>
                        <a:t>bytes.</a:t>
                      </a:r>
                      <a:endParaRPr lang="zh-TW" altLang="en-US" dirty="0">
                        <a:latin typeface="+mn-lt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44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5522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E0DCC4-1E92-8C48-9EB4-9B7647CF2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UPDATE: Double DB_SET_PROPERTIES</a:t>
            </a:r>
            <a:endParaRPr kumimoji="1" lang="zh-TW" altLang="en-US" dirty="0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FB7B04A3-1E59-0546-939E-A9AFB295B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62700" cy="4351338"/>
          </a:xfrm>
        </p:spPr>
        <p:txBody>
          <a:bodyPr/>
          <a:lstStyle/>
          <a:p>
            <a:r>
              <a:rPr lang="en-US" altLang="zh-TW" dirty="0"/>
              <a:t>Double header (DB_SET_PROPERTIES) to ensure error recovery.</a:t>
            </a:r>
          </a:p>
          <a:p>
            <a:pPr lvl="1"/>
            <a:r>
              <a:rPr lang="en-US" altLang="zh-TW" dirty="0"/>
              <a:t>Use modify time to identify which one is the latest.</a:t>
            </a:r>
          </a:p>
          <a:p>
            <a:pPr lvl="1"/>
            <a:r>
              <a:rPr lang="en-US" altLang="zh-TW" dirty="0"/>
              <a:t>Use checksum to </a:t>
            </a:r>
          </a:p>
          <a:p>
            <a:r>
              <a:rPr lang="en-US" altLang="zh-TW" dirty="0"/>
              <a:t>A new column: </a:t>
            </a:r>
            <a:r>
              <a:rPr lang="en-US" altLang="zh-TW" dirty="0" err="1"/>
              <a:t>delete_log_start_block</a:t>
            </a:r>
            <a:r>
              <a:rPr lang="en-US" altLang="zh-TW" dirty="0"/>
              <a:t> to indicate the start block of the delete log linked list. (using </a:t>
            </a:r>
            <a:r>
              <a:rPr lang="en-US" altLang="zh-TW" dirty="0" err="1"/>
              <a:t>prev</a:t>
            </a:r>
            <a:r>
              <a:rPr lang="en-US" altLang="zh-TW" dirty="0"/>
              <a:t> and next block flag)</a:t>
            </a:r>
            <a:endParaRPr lang="zh-TW" altLang="en-US" dirty="0"/>
          </a:p>
        </p:txBody>
      </p:sp>
      <p:sp>
        <p:nvSpPr>
          <p:cNvPr id="4" name="剪去並圓角化單一角落矩形 3">
            <a:extLst>
              <a:ext uri="{FF2B5EF4-FFF2-40B4-BE49-F238E27FC236}">
                <a16:creationId xmlns:a16="http://schemas.microsoft.com/office/drawing/2014/main" id="{00085DAA-20F3-E849-A426-16B5344C5945}"/>
              </a:ext>
            </a:extLst>
          </p:cNvPr>
          <p:cNvSpPr/>
          <p:nvPr/>
        </p:nvSpPr>
        <p:spPr>
          <a:xfrm>
            <a:off x="7594317" y="1690935"/>
            <a:ext cx="3981691" cy="4747965"/>
          </a:xfrm>
          <a:prstGeom prst="snipRoundRect">
            <a:avLst>
              <a:gd name="adj1" fmla="val 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49742AB-4482-1049-A069-2D7D05AAEF2D}"/>
              </a:ext>
            </a:extLst>
          </p:cNvPr>
          <p:cNvSpPr txBox="1"/>
          <p:nvPr/>
        </p:nvSpPr>
        <p:spPr>
          <a:xfrm>
            <a:off x="9003813" y="1253632"/>
            <a:ext cx="861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Set File</a:t>
            </a:r>
            <a:endParaRPr kumimoji="1" lang="zh-TW" altLang="en-US" dirty="0"/>
          </a:p>
        </p:txBody>
      </p:sp>
      <p:sp>
        <p:nvSpPr>
          <p:cNvPr id="6" name="剪去單一角落矩形 5">
            <a:extLst>
              <a:ext uri="{FF2B5EF4-FFF2-40B4-BE49-F238E27FC236}">
                <a16:creationId xmlns:a16="http://schemas.microsoft.com/office/drawing/2014/main" id="{BC29856E-D9BC-1B43-A0A7-34DD27F51ACB}"/>
              </a:ext>
            </a:extLst>
          </p:cNvPr>
          <p:cNvSpPr/>
          <p:nvPr/>
        </p:nvSpPr>
        <p:spPr>
          <a:xfrm>
            <a:off x="7672080" y="1788425"/>
            <a:ext cx="3763192" cy="401971"/>
          </a:xfrm>
          <a:prstGeom prst="snip1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DB_SET_PROPERTIES_1</a:t>
            </a:r>
            <a:endParaRPr kumimoji="1"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28EBCC-05D6-5544-82E0-AE7A81131AB1}"/>
              </a:ext>
            </a:extLst>
          </p:cNvPr>
          <p:cNvSpPr/>
          <p:nvPr/>
        </p:nvSpPr>
        <p:spPr>
          <a:xfrm>
            <a:off x="7672080" y="2710332"/>
            <a:ext cx="3763192" cy="6962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DB_BLOCK</a:t>
            </a:r>
            <a:br>
              <a:rPr kumimoji="1" lang="en-US" altLang="zh-TW" dirty="0"/>
            </a:br>
            <a:r>
              <a:rPr kumimoji="1" lang="en-US" altLang="zh-TW" dirty="0"/>
              <a:t>(tag: 1)</a:t>
            </a:r>
            <a:endParaRPr kumimoji="1"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78D198-C1FB-A84C-B4E4-144939F48C23}"/>
              </a:ext>
            </a:extLst>
          </p:cNvPr>
          <p:cNvSpPr/>
          <p:nvPr/>
        </p:nvSpPr>
        <p:spPr>
          <a:xfrm>
            <a:off x="7672080" y="3474588"/>
            <a:ext cx="3763192" cy="6962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DB_BLOCK</a:t>
            </a:r>
            <a:br>
              <a:rPr kumimoji="1" lang="en-US" altLang="zh-TW" dirty="0"/>
            </a:br>
            <a:r>
              <a:rPr kumimoji="1" lang="en-US" altLang="zh-TW" dirty="0"/>
              <a:t>(tag: 2)</a:t>
            </a:r>
            <a:endParaRPr kumimoji="1"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6AAAE8-BF36-DA4C-A137-DF1EEB0F66C4}"/>
              </a:ext>
            </a:extLst>
          </p:cNvPr>
          <p:cNvSpPr/>
          <p:nvPr/>
        </p:nvSpPr>
        <p:spPr>
          <a:xfrm>
            <a:off x="7672080" y="4238844"/>
            <a:ext cx="3763192" cy="6962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DB_BLOCK</a:t>
            </a:r>
            <a:br>
              <a:rPr kumimoji="1" lang="en-US" altLang="zh-TW" dirty="0"/>
            </a:br>
            <a:r>
              <a:rPr kumimoji="1" lang="en-US" altLang="zh-TW" dirty="0"/>
              <a:t>(tag: 3)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B428A28-19A6-CF4D-9D46-38F58A547A5D}"/>
              </a:ext>
            </a:extLst>
          </p:cNvPr>
          <p:cNvSpPr txBox="1"/>
          <p:nvPr/>
        </p:nvSpPr>
        <p:spPr>
          <a:xfrm>
            <a:off x="9434572" y="4964514"/>
            <a:ext cx="461665" cy="36644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zh-TW" dirty="0"/>
              <a:t>..…</a:t>
            </a:r>
            <a:endParaRPr kumimoji="1"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A987D7-7A65-D242-B346-C9A99BFF19C4}"/>
              </a:ext>
            </a:extLst>
          </p:cNvPr>
          <p:cNvSpPr/>
          <p:nvPr/>
        </p:nvSpPr>
        <p:spPr>
          <a:xfrm>
            <a:off x="7672080" y="5330961"/>
            <a:ext cx="3763192" cy="6962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DB_BLOCK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kumimoji="1" lang="en-US" altLang="zh-TW" dirty="0" err="1"/>
              <a:t>delet</a:t>
            </a:r>
            <a:r>
              <a:rPr kumimoji="1" lang="en-US" altLang="zh-TW" dirty="0"/>
              <a:t> log start block)</a:t>
            </a:r>
            <a:endParaRPr kumimoji="1" lang="zh-TW" altLang="en-US" dirty="0"/>
          </a:p>
        </p:txBody>
      </p:sp>
      <p:sp>
        <p:nvSpPr>
          <p:cNvPr id="13" name="剪去單一角落矩形 12">
            <a:extLst>
              <a:ext uri="{FF2B5EF4-FFF2-40B4-BE49-F238E27FC236}">
                <a16:creationId xmlns:a16="http://schemas.microsoft.com/office/drawing/2014/main" id="{01075C2C-DB76-C446-BD5A-193E0587091E}"/>
              </a:ext>
            </a:extLst>
          </p:cNvPr>
          <p:cNvSpPr/>
          <p:nvPr/>
        </p:nvSpPr>
        <p:spPr>
          <a:xfrm>
            <a:off x="7672080" y="2240390"/>
            <a:ext cx="3763192" cy="401971"/>
          </a:xfrm>
          <a:prstGeom prst="snip1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DB_SET_PROPERTIES_2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90402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0CD18C-61D6-FE4A-AF45-34F114FF2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UPDATE:</a:t>
            </a:r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B634515-F08C-7C49-909A-6727FDF4C59B}"/>
              </a:ext>
            </a:extLst>
          </p:cNvPr>
          <p:cNvSpPr txBox="1"/>
          <p:nvPr/>
        </p:nvSpPr>
        <p:spPr>
          <a:xfrm>
            <a:off x="7879464" y="234185"/>
            <a:ext cx="2512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DB_SET_PROPERTIES_T</a:t>
            </a:r>
            <a:endParaRPr kumimoji="1" lang="zh-TW" altLang="en-US" dirty="0"/>
          </a:p>
        </p:txBody>
      </p:sp>
      <p:graphicFrame>
        <p:nvGraphicFramePr>
          <p:cNvPr id="5" name="表格 2">
            <a:extLst>
              <a:ext uri="{FF2B5EF4-FFF2-40B4-BE49-F238E27FC236}">
                <a16:creationId xmlns:a16="http://schemas.microsoft.com/office/drawing/2014/main" id="{5CEF6355-FE74-764C-9549-3D23C8B344DC}"/>
              </a:ext>
            </a:extLst>
          </p:cNvPr>
          <p:cNvGraphicFramePr>
            <a:graphicFrameLocks noGrp="1"/>
          </p:cNvGraphicFramePr>
          <p:nvPr/>
        </p:nvGraphicFramePr>
        <p:xfrm>
          <a:off x="6555416" y="735589"/>
          <a:ext cx="5160334" cy="5757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334">
                  <a:extLst>
                    <a:ext uri="{9D8B030D-6E8A-4147-A177-3AD203B41FA5}">
                      <a16:colId xmlns:a16="http://schemas.microsoft.com/office/drawing/2014/main" val="3693041897"/>
                    </a:ext>
                  </a:extLst>
                </a:gridCol>
              </a:tblGrid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rgbClr val="0070C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db_set_properties_crc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176812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CRC for header start from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block_num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 to the end of the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p_set_name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703238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block_num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121133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of </a:t>
                      </a:r>
                      <a:r>
                        <a:rPr lang="en-US" altLang="zh-TW" sz="16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r>
                        <a:rPr lang="en-US" altLang="zh-TW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blocks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717680"/>
                  </a:ext>
                </a:extLst>
              </a:tr>
              <a:tr h="4136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created_time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005338"/>
                  </a:ext>
                </a:extLst>
              </a:tr>
              <a:tr h="4136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modified_time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948639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data_num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252850"/>
                  </a:ext>
                </a:extLst>
              </a:tr>
              <a:tr h="42931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Number of data in the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 set file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244783"/>
                  </a:ext>
                </a:extLst>
              </a:tr>
              <a:tr h="42931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16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uint64_t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delete_log_start_block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734967"/>
                  </a:ext>
                </a:extLst>
              </a:tr>
              <a:tr h="42931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Start block of the delete log 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351953"/>
                  </a:ext>
                </a:extLst>
              </a:tr>
              <a:tr h="407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accent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uint32_t 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set_name_size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47767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bytes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809215"/>
                  </a:ext>
                </a:extLst>
              </a:tr>
              <a:tr h="3457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*</a:t>
                      </a:r>
                      <a:r>
                        <a:rPr lang="en-US" altLang="zh-TW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p_set_name</a:t>
                      </a:r>
                      <a:endParaRPr lang="en-US" altLang="zh-TW" sz="1600" b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548506"/>
                  </a:ext>
                </a:extLst>
              </a:tr>
              <a:tr h="58064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Pointer, set name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Length: </a:t>
                      </a:r>
                      <a:r>
                        <a:rPr lang="en-US" altLang="zh-TW" sz="1600" dirty="0" err="1">
                          <a:solidFill>
                            <a:schemeClr val="tx1"/>
                          </a:solidFill>
                        </a:rPr>
                        <a:t>set_name_size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828213"/>
                  </a:ext>
                </a:extLst>
              </a:tr>
            </a:tbl>
          </a:graphicData>
        </a:graphic>
      </p:graphicFrame>
      <p:sp>
        <p:nvSpPr>
          <p:cNvPr id="6" name="六邊形 5">
            <a:extLst>
              <a:ext uri="{FF2B5EF4-FFF2-40B4-BE49-F238E27FC236}">
                <a16:creationId xmlns:a16="http://schemas.microsoft.com/office/drawing/2014/main" id="{83135F95-E2E5-2A44-BA19-61951E25479E}"/>
              </a:ext>
            </a:extLst>
          </p:cNvPr>
          <p:cNvSpPr/>
          <p:nvPr/>
        </p:nvSpPr>
        <p:spPr>
          <a:xfrm>
            <a:off x="10180010" y="821581"/>
            <a:ext cx="659440" cy="171450"/>
          </a:xfrm>
          <a:prstGeom prst="hex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new</a:t>
            </a:r>
            <a:endParaRPr kumimoji="1" lang="zh-TW" altLang="en-US" sz="1200" dirty="0"/>
          </a:p>
        </p:txBody>
      </p:sp>
      <p:sp>
        <p:nvSpPr>
          <p:cNvPr id="7" name="六邊形 6">
            <a:extLst>
              <a:ext uri="{FF2B5EF4-FFF2-40B4-BE49-F238E27FC236}">
                <a16:creationId xmlns:a16="http://schemas.microsoft.com/office/drawing/2014/main" id="{0A831C09-BA0F-9B43-B20C-BA88F0B066A2}"/>
              </a:ext>
            </a:extLst>
          </p:cNvPr>
          <p:cNvSpPr/>
          <p:nvPr/>
        </p:nvSpPr>
        <p:spPr>
          <a:xfrm>
            <a:off x="10183665" y="4079131"/>
            <a:ext cx="659440" cy="171450"/>
          </a:xfrm>
          <a:prstGeom prst="hex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new</a:t>
            </a:r>
            <a:endParaRPr kumimoji="1" lang="zh-TW" altLang="en-US" sz="1200" dirty="0"/>
          </a:p>
        </p:txBody>
      </p:sp>
      <p:sp>
        <p:nvSpPr>
          <p:cNvPr id="8" name="剪去並圓角化單一角落矩形 7">
            <a:extLst>
              <a:ext uri="{FF2B5EF4-FFF2-40B4-BE49-F238E27FC236}">
                <a16:creationId xmlns:a16="http://schemas.microsoft.com/office/drawing/2014/main" id="{FA0828B9-15EC-9641-ABFE-B7A9966C3CE2}"/>
              </a:ext>
            </a:extLst>
          </p:cNvPr>
          <p:cNvSpPr/>
          <p:nvPr/>
        </p:nvSpPr>
        <p:spPr>
          <a:xfrm>
            <a:off x="1348895" y="1744910"/>
            <a:ext cx="3981691" cy="4747965"/>
          </a:xfrm>
          <a:prstGeom prst="snipRoundRect">
            <a:avLst>
              <a:gd name="adj1" fmla="val 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C32225E-5673-7342-B17A-7EF7958E4D78}"/>
              </a:ext>
            </a:extLst>
          </p:cNvPr>
          <p:cNvSpPr txBox="1"/>
          <p:nvPr/>
        </p:nvSpPr>
        <p:spPr>
          <a:xfrm>
            <a:off x="2758391" y="1307607"/>
            <a:ext cx="861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Set File</a:t>
            </a:r>
            <a:endParaRPr kumimoji="1" lang="zh-TW" altLang="en-US" dirty="0"/>
          </a:p>
        </p:txBody>
      </p:sp>
      <p:sp>
        <p:nvSpPr>
          <p:cNvPr id="10" name="剪去單一角落矩形 9">
            <a:extLst>
              <a:ext uri="{FF2B5EF4-FFF2-40B4-BE49-F238E27FC236}">
                <a16:creationId xmlns:a16="http://schemas.microsoft.com/office/drawing/2014/main" id="{2FDBC6F2-527D-9743-B8D2-78F184370012}"/>
              </a:ext>
            </a:extLst>
          </p:cNvPr>
          <p:cNvSpPr/>
          <p:nvPr/>
        </p:nvSpPr>
        <p:spPr>
          <a:xfrm>
            <a:off x="1426658" y="1842401"/>
            <a:ext cx="3763192" cy="244120"/>
          </a:xfrm>
          <a:prstGeom prst="snip1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DB_SET_PROPERTIES_1</a:t>
            </a:r>
            <a:endParaRPr kumimoji="1" lang="zh-TW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6E429F-A12E-1C47-A50A-97DA5972BEE9}"/>
              </a:ext>
            </a:extLst>
          </p:cNvPr>
          <p:cNvSpPr/>
          <p:nvPr/>
        </p:nvSpPr>
        <p:spPr>
          <a:xfrm>
            <a:off x="1426658" y="2439967"/>
            <a:ext cx="3763192" cy="4019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DB_BLOCK</a:t>
            </a:r>
            <a:br>
              <a:rPr kumimoji="1" lang="en-US" altLang="zh-TW" sz="1400" dirty="0"/>
            </a:br>
            <a:r>
              <a:rPr kumimoji="1" lang="en-US" altLang="zh-TW" sz="1400" dirty="0"/>
              <a:t>(tag: 1)</a:t>
            </a:r>
            <a:endParaRPr kumimoji="1" lang="zh-TW" altLang="en-US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4708EB-C5C9-5947-A849-A15E32BD9946}"/>
              </a:ext>
            </a:extLst>
          </p:cNvPr>
          <p:cNvSpPr/>
          <p:nvPr/>
        </p:nvSpPr>
        <p:spPr>
          <a:xfrm>
            <a:off x="1426658" y="2898725"/>
            <a:ext cx="3763192" cy="4019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DB_BLOCK</a:t>
            </a:r>
            <a:br>
              <a:rPr kumimoji="1" lang="en-US" altLang="zh-TW" sz="1400" dirty="0"/>
            </a:br>
            <a:r>
              <a:rPr kumimoji="1" lang="en-US" altLang="zh-TW" sz="1400" dirty="0"/>
              <a:t>(tag: 2)</a:t>
            </a:r>
            <a:endParaRPr kumimoji="1" lang="zh-TW" altLang="en-US" sz="1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FBA41D2-0939-7F4B-8345-4984DBE566AD}"/>
              </a:ext>
            </a:extLst>
          </p:cNvPr>
          <p:cNvSpPr/>
          <p:nvPr/>
        </p:nvSpPr>
        <p:spPr>
          <a:xfrm>
            <a:off x="1426658" y="3359206"/>
            <a:ext cx="3763192" cy="4019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DB_BLOCK</a:t>
            </a:r>
            <a:br>
              <a:rPr kumimoji="1" lang="en-US" altLang="zh-TW" sz="1400" dirty="0"/>
            </a:br>
            <a:r>
              <a:rPr kumimoji="1" lang="en-US" altLang="zh-TW" sz="1400" dirty="0"/>
              <a:t>(tag: 3)</a:t>
            </a:r>
            <a:endParaRPr kumimoji="1" lang="zh-TW" altLang="en-US" sz="1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FFE1DBB-8AFC-2043-844D-854D6119381B}"/>
              </a:ext>
            </a:extLst>
          </p:cNvPr>
          <p:cNvSpPr/>
          <p:nvPr/>
        </p:nvSpPr>
        <p:spPr>
          <a:xfrm>
            <a:off x="1426658" y="5687603"/>
            <a:ext cx="3763192" cy="4019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DB_BLOCK</a:t>
            </a:r>
            <a:br>
              <a:rPr kumimoji="1" lang="en-US" altLang="zh-TW" sz="1400" dirty="0"/>
            </a:br>
            <a:r>
              <a:rPr kumimoji="1" lang="en-US" altLang="zh-TW" sz="1400" dirty="0"/>
              <a:t>(tag: 8 / delete log / undone)</a:t>
            </a:r>
            <a:endParaRPr kumimoji="1" lang="zh-TW" altLang="en-US" sz="1400" dirty="0"/>
          </a:p>
        </p:txBody>
      </p:sp>
      <p:sp>
        <p:nvSpPr>
          <p:cNvPr id="16" name="剪去單一角落矩形 15">
            <a:extLst>
              <a:ext uri="{FF2B5EF4-FFF2-40B4-BE49-F238E27FC236}">
                <a16:creationId xmlns:a16="http://schemas.microsoft.com/office/drawing/2014/main" id="{E7A1F408-A7F4-5943-9FEB-14635C2EAD95}"/>
              </a:ext>
            </a:extLst>
          </p:cNvPr>
          <p:cNvSpPr/>
          <p:nvPr/>
        </p:nvSpPr>
        <p:spPr>
          <a:xfrm>
            <a:off x="1426658" y="2141624"/>
            <a:ext cx="3763192" cy="244121"/>
          </a:xfrm>
          <a:prstGeom prst="snip1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DB_SET_PROPERTIES_2</a:t>
            </a:r>
            <a:endParaRPr kumimoji="1" lang="zh-TW" altLang="en-US" sz="1400" dirty="0"/>
          </a:p>
        </p:txBody>
      </p:sp>
      <p:sp>
        <p:nvSpPr>
          <p:cNvPr id="17" name="六邊形 16">
            <a:extLst>
              <a:ext uri="{FF2B5EF4-FFF2-40B4-BE49-F238E27FC236}">
                <a16:creationId xmlns:a16="http://schemas.microsoft.com/office/drawing/2014/main" id="{27EB9B34-4A14-2243-9BC3-78B60C925B8E}"/>
              </a:ext>
            </a:extLst>
          </p:cNvPr>
          <p:cNvSpPr/>
          <p:nvPr/>
        </p:nvSpPr>
        <p:spPr>
          <a:xfrm>
            <a:off x="1537997" y="1817703"/>
            <a:ext cx="737203" cy="161660"/>
          </a:xfrm>
          <a:prstGeom prst="hex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/>
              <a:t>latest</a:t>
            </a:r>
            <a:endParaRPr kumimoji="1" lang="zh-TW" altLang="en-US" sz="12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73409E-F72D-C14E-9F8F-CC3F58A62B53}"/>
              </a:ext>
            </a:extLst>
          </p:cNvPr>
          <p:cNvSpPr/>
          <p:nvPr/>
        </p:nvSpPr>
        <p:spPr>
          <a:xfrm>
            <a:off x="1426658" y="3824291"/>
            <a:ext cx="3763192" cy="4019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DB_BLOCK</a:t>
            </a:r>
            <a:br>
              <a:rPr kumimoji="1" lang="en-US" altLang="zh-TW" sz="1400" dirty="0"/>
            </a:br>
            <a:r>
              <a:rPr kumimoji="1" lang="en-US" altLang="zh-TW" sz="1400" dirty="0"/>
              <a:t>(tag: 4 / delete log/ marked as done)</a:t>
            </a:r>
            <a:endParaRPr kumimoji="1" lang="zh-TW" altLang="en-US" sz="1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155552-BE52-274C-8A21-89C202E7A73E}"/>
              </a:ext>
            </a:extLst>
          </p:cNvPr>
          <p:cNvSpPr/>
          <p:nvPr/>
        </p:nvSpPr>
        <p:spPr>
          <a:xfrm>
            <a:off x="1426658" y="4289376"/>
            <a:ext cx="3763192" cy="4019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DB_BLOCK</a:t>
            </a:r>
            <a:br>
              <a:rPr kumimoji="1" lang="en-US" altLang="zh-TW" sz="1400" dirty="0"/>
            </a:br>
            <a:r>
              <a:rPr kumimoji="1" lang="en-US" altLang="zh-TW" sz="1400" dirty="0"/>
              <a:t>(tag: 5)</a:t>
            </a:r>
            <a:endParaRPr kumimoji="1" lang="zh-TW" altLang="en-US" sz="14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43BE3AC-41B2-2F4A-A7C8-61ABA86CAF16}"/>
              </a:ext>
            </a:extLst>
          </p:cNvPr>
          <p:cNvSpPr/>
          <p:nvPr/>
        </p:nvSpPr>
        <p:spPr>
          <a:xfrm>
            <a:off x="1426658" y="4754461"/>
            <a:ext cx="3763192" cy="4019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DB_BLOCK</a:t>
            </a:r>
            <a:br>
              <a:rPr kumimoji="1" lang="en-US" altLang="zh-TW" sz="1400" dirty="0"/>
            </a:br>
            <a:r>
              <a:rPr kumimoji="1" lang="en-US" altLang="zh-TW" sz="1400" dirty="0"/>
              <a:t>(tag: 6 / delete log / undone)</a:t>
            </a:r>
            <a:endParaRPr kumimoji="1" lang="zh-TW" altLang="en-US" sz="14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371E89-C7B8-5149-A6A5-2A271BFADB1C}"/>
              </a:ext>
            </a:extLst>
          </p:cNvPr>
          <p:cNvSpPr/>
          <p:nvPr/>
        </p:nvSpPr>
        <p:spPr>
          <a:xfrm>
            <a:off x="1426658" y="5221032"/>
            <a:ext cx="3763192" cy="4019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/>
              <a:t>DB_BLOCK</a:t>
            </a:r>
            <a:br>
              <a:rPr kumimoji="1" lang="en-US" altLang="zh-TW" sz="1400" dirty="0"/>
            </a:br>
            <a:r>
              <a:rPr kumimoji="1" lang="en-US" altLang="zh-TW" sz="1400" dirty="0"/>
              <a:t>(tag: 7)</a:t>
            </a:r>
            <a:endParaRPr kumimoji="1" lang="zh-TW" altLang="en-US" sz="1400" dirty="0"/>
          </a:p>
        </p:txBody>
      </p:sp>
      <p:cxnSp>
        <p:nvCxnSpPr>
          <p:cNvPr id="22" name="肘形接點 21">
            <a:extLst>
              <a:ext uri="{FF2B5EF4-FFF2-40B4-BE49-F238E27FC236}">
                <a16:creationId xmlns:a16="http://schemas.microsoft.com/office/drawing/2014/main" id="{0DEAAEBA-0F02-B044-A33C-765CAF014047}"/>
              </a:ext>
            </a:extLst>
          </p:cNvPr>
          <p:cNvCxnSpPr>
            <a:stCxn id="15" idx="1"/>
            <a:endCxn id="20" idx="1"/>
          </p:cNvCxnSpPr>
          <p:nvPr/>
        </p:nvCxnSpPr>
        <p:spPr>
          <a:xfrm rot="10800000">
            <a:off x="1426658" y="4955447"/>
            <a:ext cx="12700" cy="933142"/>
          </a:xfrm>
          <a:prstGeom prst="bentConnector3">
            <a:avLst>
              <a:gd name="adj1" fmla="val 1800000"/>
            </a:avLst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接點 22">
            <a:extLst>
              <a:ext uri="{FF2B5EF4-FFF2-40B4-BE49-F238E27FC236}">
                <a16:creationId xmlns:a16="http://schemas.microsoft.com/office/drawing/2014/main" id="{C6256C81-342C-E347-B255-332A6C2B65B1}"/>
              </a:ext>
            </a:extLst>
          </p:cNvPr>
          <p:cNvCxnSpPr>
            <a:cxnSpLocks/>
            <a:stCxn id="20" idx="1"/>
            <a:endCxn id="18" idx="1"/>
          </p:cNvCxnSpPr>
          <p:nvPr/>
        </p:nvCxnSpPr>
        <p:spPr>
          <a:xfrm rot="10800000">
            <a:off x="1426658" y="4025277"/>
            <a:ext cx="12700" cy="930170"/>
          </a:xfrm>
          <a:prstGeom prst="bentConnector3">
            <a:avLst>
              <a:gd name="adj1" fmla="val 1800000"/>
            </a:avLst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A1F447D-0B12-CF49-A5A0-35F9E4E34373}"/>
              </a:ext>
            </a:extLst>
          </p:cNvPr>
          <p:cNvSpPr txBox="1"/>
          <p:nvPr/>
        </p:nvSpPr>
        <p:spPr>
          <a:xfrm>
            <a:off x="612675" y="5092884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next</a:t>
            </a:r>
            <a:endParaRPr kumimoji="1" lang="zh-TW" alt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2A58E80-C9AD-7549-A84D-EF97055B5745}"/>
              </a:ext>
            </a:extLst>
          </p:cNvPr>
          <p:cNvSpPr txBox="1"/>
          <p:nvPr/>
        </p:nvSpPr>
        <p:spPr>
          <a:xfrm>
            <a:off x="612675" y="4332241"/>
            <a:ext cx="595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next</a:t>
            </a:r>
            <a:endParaRPr kumimoji="1" lang="zh-TW" alt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29" name="肘形接點 28">
            <a:extLst>
              <a:ext uri="{FF2B5EF4-FFF2-40B4-BE49-F238E27FC236}">
                <a16:creationId xmlns:a16="http://schemas.microsoft.com/office/drawing/2014/main" id="{64D45314-573B-A044-AF20-E8439E7B7AA1}"/>
              </a:ext>
            </a:extLst>
          </p:cNvPr>
          <p:cNvCxnSpPr>
            <a:cxnSpLocks/>
            <a:stCxn id="10" idx="0"/>
            <a:endCxn id="15" idx="3"/>
          </p:cNvCxnSpPr>
          <p:nvPr/>
        </p:nvCxnSpPr>
        <p:spPr>
          <a:xfrm>
            <a:off x="5189850" y="1964461"/>
            <a:ext cx="12700" cy="3924128"/>
          </a:xfrm>
          <a:prstGeom prst="bentConnector3">
            <a:avLst>
              <a:gd name="adj1" fmla="val 3675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肘形接點 30">
            <a:extLst>
              <a:ext uri="{FF2B5EF4-FFF2-40B4-BE49-F238E27FC236}">
                <a16:creationId xmlns:a16="http://schemas.microsoft.com/office/drawing/2014/main" id="{02E3EFDA-00D1-A540-A9D6-58A389BFB935}"/>
              </a:ext>
            </a:extLst>
          </p:cNvPr>
          <p:cNvCxnSpPr>
            <a:cxnSpLocks/>
            <a:stCxn id="16" idx="0"/>
            <a:endCxn id="20" idx="3"/>
          </p:cNvCxnSpPr>
          <p:nvPr/>
        </p:nvCxnSpPr>
        <p:spPr>
          <a:xfrm>
            <a:off x="5189850" y="2263685"/>
            <a:ext cx="12700" cy="2691762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736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19003</TotalTime>
  <Words>3111</Words>
  <Application>Microsoft Macintosh PowerPoint</Application>
  <PresentationFormat>寬螢幕</PresentationFormat>
  <Paragraphs>559</Paragraphs>
  <Slides>42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Consolas</vt:lpstr>
      <vt:lpstr>Menlo</vt:lpstr>
      <vt:lpstr>Office 佈景主題</vt:lpstr>
      <vt:lpstr>FACILEDB</vt:lpstr>
      <vt:lpstr>Abstract structure</vt:lpstr>
      <vt:lpstr>PowerPoint 簡報</vt:lpstr>
      <vt:lpstr>UPDATE: Double DB_SET_PROPERTIES</vt:lpstr>
      <vt:lpstr>UPDATE:</vt:lpstr>
      <vt:lpstr>PowerPoint 簡報</vt:lpstr>
      <vt:lpstr>PowerPoint 簡報</vt:lpstr>
      <vt:lpstr>db_block_properties and db_record</vt:lpstr>
      <vt:lpstr>PowerPoint 簡報</vt:lpstr>
      <vt:lpstr>PowerPoint 簡報</vt:lpstr>
      <vt:lpstr>PowerPoint 簡報</vt:lpstr>
      <vt:lpstr>PowerPoint 簡報</vt:lpstr>
      <vt:lpstr>PowerPoint 簡報</vt:lpstr>
      <vt:lpstr>API</vt:lpstr>
      <vt:lpstr>API</vt:lpstr>
      <vt:lpstr>API</vt:lpstr>
      <vt:lpstr>API</vt:lpstr>
      <vt:lpstr>API</vt:lpstr>
      <vt:lpstr>INDEX</vt:lpstr>
      <vt:lpstr>PowerPoint 簡報</vt:lpstr>
      <vt:lpstr>PowerPoint 簡報</vt:lpstr>
      <vt:lpstr>PowerPoint 簡報</vt:lpstr>
      <vt:lpstr>Index Node</vt:lpstr>
      <vt:lpstr>Insert</vt:lpstr>
      <vt:lpstr>Insert</vt:lpstr>
      <vt:lpstr>Insert</vt:lpstr>
      <vt:lpstr>Insert</vt:lpstr>
      <vt:lpstr>Insert</vt:lpstr>
      <vt:lpstr>Insert</vt:lpstr>
      <vt:lpstr>Insertion</vt:lpstr>
      <vt:lpstr>Insert</vt:lpstr>
      <vt:lpstr>Insert</vt:lpstr>
      <vt:lpstr>Insert</vt:lpstr>
      <vt:lpstr>Insert</vt:lpstr>
      <vt:lpstr>test_index_insert_case11</vt:lpstr>
      <vt:lpstr>API</vt:lpstr>
      <vt:lpstr>API</vt:lpstr>
      <vt:lpstr>API</vt:lpstr>
      <vt:lpstr>API</vt:lpstr>
      <vt:lpstr>API</vt:lpstr>
      <vt:lpstr>UPDATE: Double DB_SET_PROPERTIES</vt:lpstr>
      <vt:lpstr>UPDATE: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Microsoft Office User</dc:creator>
  <cp:lastModifiedBy>Microsoft Office User</cp:lastModifiedBy>
  <cp:revision>109</cp:revision>
  <dcterms:created xsi:type="dcterms:W3CDTF">2024-10-26T16:50:21Z</dcterms:created>
  <dcterms:modified xsi:type="dcterms:W3CDTF">2026-01-31T08:13:10Z</dcterms:modified>
</cp:coreProperties>
</file>